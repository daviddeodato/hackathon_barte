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svg" ContentType="image/svg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7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48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49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5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edc816ba42445c0" /><Relationship Type="http://schemas.openxmlformats.org/officeDocument/2006/relationships/extended-properties" Target="/docProps/app.xml" Id="Rba090a0ffcb04291" /><Relationship Type="http://schemas.openxmlformats.org/officeDocument/2006/relationships/officeDocument" Target="/ppt/presentation.xml" Id="Rd3617870f7a04fc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99d4018032544ab"/>
  </p:sldMasterIdLst>
  <p:notesMasterIdLst>
    <p:notesMasterId xmlns:r="http://schemas.openxmlformats.org/officeDocument/2006/relationships" r:id="Rcc3621c38f364993"/>
  </p:notesMasterIdLst>
  <p:sldIdLst>
    <p:sldId xmlns:r="http://schemas.openxmlformats.org/officeDocument/2006/relationships" id="256" r:id="R367521ca5ca64e3c"/>
    <p:sldId xmlns:r="http://schemas.openxmlformats.org/officeDocument/2006/relationships" id="257" r:id="R2153756482424317"/>
    <p:sldId xmlns:r="http://schemas.openxmlformats.org/officeDocument/2006/relationships" id="258" r:id="R34dd44d290834db1"/>
    <p:sldId xmlns:r="http://schemas.openxmlformats.org/officeDocument/2006/relationships" id="259" r:id="Rbfe63a8009d44d9c"/>
    <p:sldId xmlns:r="http://schemas.openxmlformats.org/officeDocument/2006/relationships" id="260" r:id="R8c55720dc983494d"/>
    <p:sldId xmlns:r="http://schemas.openxmlformats.org/officeDocument/2006/relationships" id="261" r:id="Ra3e99093df1c45d1"/>
    <p:sldId xmlns:r="http://schemas.openxmlformats.org/officeDocument/2006/relationships" id="262" r:id="R0bf0aa18a09e4019"/>
    <p:sldId xmlns:r="http://schemas.openxmlformats.org/officeDocument/2006/relationships" id="263" r:id="R953b8c04c8ce408d"/>
    <p:sldId xmlns:r="http://schemas.openxmlformats.org/officeDocument/2006/relationships" id="264" r:id="R8fd7a5134c484b4b"/>
    <p:sldId xmlns:r="http://schemas.openxmlformats.org/officeDocument/2006/relationships" id="265" r:id="R1aaec78deadd4e5d"/>
    <p:sldId xmlns:r="http://schemas.openxmlformats.org/officeDocument/2006/relationships" id="266" r:id="R85e8ddc7036140dd"/>
    <p:sldId xmlns:r="http://schemas.openxmlformats.org/officeDocument/2006/relationships" id="267" r:id="R2f08091c71874281"/>
    <p:sldId xmlns:r="http://schemas.openxmlformats.org/officeDocument/2006/relationships" id="268" r:id="R8aee01566e8343dd"/>
    <p:sldId xmlns:r="http://schemas.openxmlformats.org/officeDocument/2006/relationships" id="269" r:id="Rbd87822c26a0475c"/>
    <p:sldId xmlns:r="http://schemas.openxmlformats.org/officeDocument/2006/relationships" id="270" r:id="R92b0204ed252454e"/>
    <p:sldId xmlns:r="http://schemas.openxmlformats.org/officeDocument/2006/relationships" id="271" r:id="R03bf301d3ac345fd"/>
    <p:sldId xmlns:r="http://schemas.openxmlformats.org/officeDocument/2006/relationships" id="272" r:id="R5a3917cb2c8f4a33"/>
    <p:sldId xmlns:r="http://schemas.openxmlformats.org/officeDocument/2006/relationships" id="273" r:id="Rd6f957a6fcf946f4"/>
    <p:sldId xmlns:r="http://schemas.openxmlformats.org/officeDocument/2006/relationships" id="274" r:id="Rf9ecaf0d378443b9"/>
    <p:sldId xmlns:r="http://schemas.openxmlformats.org/officeDocument/2006/relationships" id="275" r:id="Re9b83be21b924279"/>
    <p:sldId xmlns:r="http://schemas.openxmlformats.org/officeDocument/2006/relationships" id="276" r:id="Rfa2fd82333b44f15"/>
    <p:sldId xmlns:r="http://schemas.openxmlformats.org/officeDocument/2006/relationships" id="277" r:id="R424d3d86794340c7"/>
    <p:sldId xmlns:r="http://schemas.openxmlformats.org/officeDocument/2006/relationships" id="278" r:id="Rde1a2aced2f94b1b"/>
    <p:sldId xmlns:r="http://schemas.openxmlformats.org/officeDocument/2006/relationships" id="279" r:id="Rdc718de4dc274a7e"/>
    <p:sldId xmlns:r="http://schemas.openxmlformats.org/officeDocument/2006/relationships" id="280" r:id="R884d50c45ced44f7"/>
    <p:sldId xmlns:r="http://schemas.openxmlformats.org/officeDocument/2006/relationships" id="281" r:id="Rf2e87a2b56a04697"/>
    <p:sldId xmlns:r="http://schemas.openxmlformats.org/officeDocument/2006/relationships" id="282" r:id="Ra34c40bdd9ea478d"/>
    <p:sldId xmlns:r="http://schemas.openxmlformats.org/officeDocument/2006/relationships" id="283" r:id="R58f66e9b2f73491e"/>
    <p:sldId xmlns:r="http://schemas.openxmlformats.org/officeDocument/2006/relationships" id="284" r:id="Rae062daf4c754c5f"/>
    <p:sldId xmlns:r="http://schemas.openxmlformats.org/officeDocument/2006/relationships" id="285" r:id="R773d4f95d7314a2e"/>
    <p:sldId xmlns:r="http://schemas.openxmlformats.org/officeDocument/2006/relationships" id="286" r:id="Rb9bec71b2dc2441d"/>
    <p:sldId xmlns:r="http://schemas.openxmlformats.org/officeDocument/2006/relationships" id="287" r:id="Rabe3cfbcde3b4b3b"/>
    <p:sldId xmlns:r="http://schemas.openxmlformats.org/officeDocument/2006/relationships" id="288" r:id="Rdf06daa91224468a"/>
    <p:sldId xmlns:r="http://schemas.openxmlformats.org/officeDocument/2006/relationships" id="289" r:id="Rf13e92cba1b2419d"/>
    <p:sldId xmlns:r="http://schemas.openxmlformats.org/officeDocument/2006/relationships" id="290" r:id="Reaaef15d257c4d6e"/>
    <p:sldId xmlns:r="http://schemas.openxmlformats.org/officeDocument/2006/relationships" id="291" r:id="R09517285a2654206"/>
    <p:sldId xmlns:r="http://schemas.openxmlformats.org/officeDocument/2006/relationships" id="292" r:id="R6d1756fd037e4d66"/>
    <p:sldId xmlns:r="http://schemas.openxmlformats.org/officeDocument/2006/relationships" id="293" r:id="R8d1fa5e59d3c4b7b"/>
    <p:sldId xmlns:r="http://schemas.openxmlformats.org/officeDocument/2006/relationships" id="294" r:id="R1eb4cb4d83b64c8c"/>
    <p:sldId xmlns:r="http://schemas.openxmlformats.org/officeDocument/2006/relationships" id="295" r:id="R1f5950bea5124d8a"/>
    <p:sldId xmlns:r="http://schemas.openxmlformats.org/officeDocument/2006/relationships" id="296" r:id="Rb901dd87410a4d80"/>
    <p:sldId xmlns:r="http://schemas.openxmlformats.org/officeDocument/2006/relationships" id="297" r:id="R87d7c4ea8f874707"/>
    <p:sldId xmlns:r="http://schemas.openxmlformats.org/officeDocument/2006/relationships" id="298" r:id="Ra855b0aed5034cdb"/>
    <p:sldId xmlns:r="http://schemas.openxmlformats.org/officeDocument/2006/relationships" id="299" r:id="Ra567146daf9d4e81"/>
    <p:sldId xmlns:r="http://schemas.openxmlformats.org/officeDocument/2006/relationships" id="300" r:id="Rd3382e77a3c642e3"/>
    <p:sldId xmlns:r="http://schemas.openxmlformats.org/officeDocument/2006/relationships" id="301" r:id="R5cb02e8b7fa24c77"/>
    <p:sldId xmlns:r="http://schemas.openxmlformats.org/officeDocument/2006/relationships" id="302" r:id="Rc192a334d99e4a45"/>
    <p:sldId xmlns:r="http://schemas.openxmlformats.org/officeDocument/2006/relationships" id="303" r:id="Ra257ed3e7b1648ed"/>
    <p:sldId xmlns:r="http://schemas.openxmlformats.org/officeDocument/2006/relationships" id="304" r:id="R81bbc6a170874c10"/>
    <p:sldId xmlns:r="http://schemas.openxmlformats.org/officeDocument/2006/relationships" id="305" r:id="Radd9a2f1e6e9410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3c9eb85f9254535" /><Relationship Type="http://schemas.openxmlformats.org/officeDocument/2006/relationships/slideMaster" Target="/ppt/slideMasters/slideMaster1.xml" Id="Rd99d4018032544ab" /><Relationship Type="http://schemas.openxmlformats.org/officeDocument/2006/relationships/notesMaster" Target="/ppt/notesMasters/notesMaster1.xml" Id="Rcc3621c38f364993" /><Relationship Type="http://schemas.openxmlformats.org/officeDocument/2006/relationships/presProps" Target="/ppt/presProps.xml" Id="Rb707e4c4a5964499" /><Relationship Type="http://schemas.openxmlformats.org/officeDocument/2006/relationships/tableStyles" Target="/ppt/tableStyles.xml" Id="Re928a3b914324221" /><Relationship Type="http://schemas.openxmlformats.org/officeDocument/2006/relationships/slide" Target="/ppt/slides/slide1.xml" Id="R367521ca5ca64e3c" /><Relationship Type="http://schemas.openxmlformats.org/officeDocument/2006/relationships/slide" Target="/ppt/slides/slide2.xml" Id="R2153756482424317" /><Relationship Type="http://schemas.openxmlformats.org/officeDocument/2006/relationships/slide" Target="/ppt/slides/slide3.xml" Id="R34dd44d290834db1" /><Relationship Type="http://schemas.openxmlformats.org/officeDocument/2006/relationships/slide" Target="/ppt/slides/slide4.xml" Id="Rbfe63a8009d44d9c" /><Relationship Type="http://schemas.openxmlformats.org/officeDocument/2006/relationships/slide" Target="/ppt/slides/slide5.xml" Id="R8c55720dc983494d" /><Relationship Type="http://schemas.openxmlformats.org/officeDocument/2006/relationships/slide" Target="/ppt/slides/slide6.xml" Id="Ra3e99093df1c45d1" /><Relationship Type="http://schemas.openxmlformats.org/officeDocument/2006/relationships/slide" Target="/ppt/slides/slide7.xml" Id="R0bf0aa18a09e4019" /><Relationship Type="http://schemas.openxmlformats.org/officeDocument/2006/relationships/slide" Target="/ppt/slides/slide8.xml" Id="R953b8c04c8ce408d" /><Relationship Type="http://schemas.openxmlformats.org/officeDocument/2006/relationships/slide" Target="/ppt/slides/slide9.xml" Id="R8fd7a5134c484b4b" /><Relationship Type="http://schemas.openxmlformats.org/officeDocument/2006/relationships/slide" Target="/ppt/slides/slide10.xml" Id="R1aaec78deadd4e5d" /><Relationship Type="http://schemas.openxmlformats.org/officeDocument/2006/relationships/slide" Target="/ppt/slides/slide11.xml" Id="R85e8ddc7036140dd" /><Relationship Type="http://schemas.openxmlformats.org/officeDocument/2006/relationships/slide" Target="/ppt/slides/slide12.xml" Id="R2f08091c71874281" /><Relationship Type="http://schemas.openxmlformats.org/officeDocument/2006/relationships/slide" Target="/ppt/slides/slide13.xml" Id="R8aee01566e8343dd" /><Relationship Type="http://schemas.openxmlformats.org/officeDocument/2006/relationships/slide" Target="/ppt/slides/slide14.xml" Id="Rbd87822c26a0475c" /><Relationship Type="http://schemas.openxmlformats.org/officeDocument/2006/relationships/slide" Target="/ppt/slides/slide15.xml" Id="R92b0204ed252454e" /><Relationship Type="http://schemas.openxmlformats.org/officeDocument/2006/relationships/slide" Target="/ppt/slides/slide16.xml" Id="R03bf301d3ac345fd" /><Relationship Type="http://schemas.openxmlformats.org/officeDocument/2006/relationships/slide" Target="/ppt/slides/slide17.xml" Id="R5a3917cb2c8f4a33" /><Relationship Type="http://schemas.openxmlformats.org/officeDocument/2006/relationships/slide" Target="/ppt/slides/slide18.xml" Id="Rd6f957a6fcf946f4" /><Relationship Type="http://schemas.openxmlformats.org/officeDocument/2006/relationships/slide" Target="/ppt/slides/slide19.xml" Id="Rf9ecaf0d378443b9" /><Relationship Type="http://schemas.openxmlformats.org/officeDocument/2006/relationships/slide" Target="/ppt/slides/slide20.xml" Id="Re9b83be21b924279" /><Relationship Type="http://schemas.openxmlformats.org/officeDocument/2006/relationships/slide" Target="/ppt/slides/slide21.xml" Id="Rfa2fd82333b44f15" /><Relationship Type="http://schemas.openxmlformats.org/officeDocument/2006/relationships/slide" Target="/ppt/slides/slide22.xml" Id="R424d3d86794340c7" /><Relationship Type="http://schemas.openxmlformats.org/officeDocument/2006/relationships/slide" Target="/ppt/slides/slide23.xml" Id="Rde1a2aced2f94b1b" /><Relationship Type="http://schemas.openxmlformats.org/officeDocument/2006/relationships/slide" Target="/ppt/slides/slide24.xml" Id="Rdc718de4dc274a7e" /><Relationship Type="http://schemas.openxmlformats.org/officeDocument/2006/relationships/slide" Target="/ppt/slides/slide25.xml" Id="R884d50c45ced44f7" /><Relationship Type="http://schemas.openxmlformats.org/officeDocument/2006/relationships/slide" Target="/ppt/slides/slide26.xml" Id="Rf2e87a2b56a04697" /><Relationship Type="http://schemas.openxmlformats.org/officeDocument/2006/relationships/slide" Target="/ppt/slides/slide27.xml" Id="Ra34c40bdd9ea478d" /><Relationship Type="http://schemas.openxmlformats.org/officeDocument/2006/relationships/slide" Target="/ppt/slides/slide28.xml" Id="R58f66e9b2f73491e" /><Relationship Type="http://schemas.openxmlformats.org/officeDocument/2006/relationships/slide" Target="/ppt/slides/slide29.xml" Id="Rae062daf4c754c5f" /><Relationship Type="http://schemas.openxmlformats.org/officeDocument/2006/relationships/slide" Target="/ppt/slides/slide30.xml" Id="R773d4f95d7314a2e" /><Relationship Type="http://schemas.openxmlformats.org/officeDocument/2006/relationships/slide" Target="/ppt/slides/slide31.xml" Id="Rb9bec71b2dc2441d" /><Relationship Type="http://schemas.openxmlformats.org/officeDocument/2006/relationships/slide" Target="/ppt/slides/slide32.xml" Id="Rabe3cfbcde3b4b3b" /><Relationship Type="http://schemas.openxmlformats.org/officeDocument/2006/relationships/slide" Target="/ppt/slides/slide33.xml" Id="Rdf06daa91224468a" /><Relationship Type="http://schemas.openxmlformats.org/officeDocument/2006/relationships/slide" Target="/ppt/slides/slide34.xml" Id="Rf13e92cba1b2419d" /><Relationship Type="http://schemas.openxmlformats.org/officeDocument/2006/relationships/slide" Target="/ppt/slides/slide35.xml" Id="Reaaef15d257c4d6e" /><Relationship Type="http://schemas.openxmlformats.org/officeDocument/2006/relationships/slide" Target="/ppt/slides/slide36.xml" Id="R09517285a2654206" /><Relationship Type="http://schemas.openxmlformats.org/officeDocument/2006/relationships/slide" Target="/ppt/slides/slide37.xml" Id="R6d1756fd037e4d66" /><Relationship Type="http://schemas.openxmlformats.org/officeDocument/2006/relationships/slide" Target="/ppt/slides/slide38.xml" Id="R8d1fa5e59d3c4b7b" /><Relationship Type="http://schemas.openxmlformats.org/officeDocument/2006/relationships/slide" Target="/ppt/slides/slide39.xml" Id="R1eb4cb4d83b64c8c" /><Relationship Type="http://schemas.openxmlformats.org/officeDocument/2006/relationships/slide" Target="/ppt/slides/slide40.xml" Id="R1f5950bea5124d8a" /><Relationship Type="http://schemas.openxmlformats.org/officeDocument/2006/relationships/slide" Target="/ppt/slides/slide41.xml" Id="Rb901dd87410a4d80" /><Relationship Type="http://schemas.openxmlformats.org/officeDocument/2006/relationships/slide" Target="/ppt/slides/slide42.xml" Id="R87d7c4ea8f874707" /><Relationship Type="http://schemas.openxmlformats.org/officeDocument/2006/relationships/slide" Target="/ppt/slides/slide43.xml" Id="Ra855b0aed5034cdb" /><Relationship Type="http://schemas.openxmlformats.org/officeDocument/2006/relationships/slide" Target="/ppt/slides/slide44.xml" Id="Ra567146daf9d4e81" /><Relationship Type="http://schemas.openxmlformats.org/officeDocument/2006/relationships/slide" Target="/ppt/slides/slide45.xml" Id="Rd3382e77a3c642e3" /><Relationship Type="http://schemas.openxmlformats.org/officeDocument/2006/relationships/slide" Target="/ppt/slides/slide46.xml" Id="R5cb02e8b7fa24c77" /><Relationship Type="http://schemas.openxmlformats.org/officeDocument/2006/relationships/slide" Target="/ppt/slides/slide47.xml" Id="Rc192a334d99e4a45" /><Relationship Type="http://schemas.openxmlformats.org/officeDocument/2006/relationships/slide" Target="/ppt/slides/slide48.xml" Id="Ra257ed3e7b1648ed" /><Relationship Type="http://schemas.openxmlformats.org/officeDocument/2006/relationships/slide" Target="/ppt/slides/slide49.xml" Id="R81bbc6a170874c10" /><Relationship Type="http://schemas.openxmlformats.org/officeDocument/2006/relationships/slide" Target="/ppt/slides/slide50.xml" Id="Radd9a2f1e6e9410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ab96abf4ba847e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11d26f139da4729" /><Relationship Type="http://schemas.openxmlformats.org/officeDocument/2006/relationships/notesMaster" Target="/ppt/notesMasters/notesMaster1.xml" Id="Reac5e14d87e84db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1fa3bb31ea240bc" /><Relationship Type="http://schemas.openxmlformats.org/officeDocument/2006/relationships/notesMaster" Target="/ppt/notesMasters/notesMaster1.xml" Id="Rb2b73765fa5646e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9d60f0e21994321" /><Relationship Type="http://schemas.openxmlformats.org/officeDocument/2006/relationships/notesMaster" Target="/ppt/notesMasters/notesMaster1.xml" Id="R939c085921b141a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0ca7dc237824e0d" /><Relationship Type="http://schemas.openxmlformats.org/officeDocument/2006/relationships/notesMaster" Target="/ppt/notesMasters/notesMaster1.xml" Id="R02c51d197ea3400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4c5fd5c8d924ca1" /><Relationship Type="http://schemas.openxmlformats.org/officeDocument/2006/relationships/notesMaster" Target="/ppt/notesMasters/notesMaster1.xml" Id="Rb79d780d31d74e1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623a0ce3df142e5" /><Relationship Type="http://schemas.openxmlformats.org/officeDocument/2006/relationships/notesMaster" Target="/ppt/notesMasters/notesMaster1.xml" Id="R057b7dd8b42b456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974097a63474a7c" /><Relationship Type="http://schemas.openxmlformats.org/officeDocument/2006/relationships/notesMaster" Target="/ppt/notesMasters/notesMaster1.xml" Id="R5cde61974e7440e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262fae4ab9b4aef" /><Relationship Type="http://schemas.openxmlformats.org/officeDocument/2006/relationships/notesMaster" Target="/ppt/notesMasters/notesMaster1.xml" Id="Rc87bb5c33e064e4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b1d95b2a40d4c20" /><Relationship Type="http://schemas.openxmlformats.org/officeDocument/2006/relationships/notesMaster" Target="/ppt/notesMasters/notesMaster1.xml" Id="R4cd7570724954f8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83a76b2118054ed6" /><Relationship Type="http://schemas.openxmlformats.org/officeDocument/2006/relationships/notesMaster" Target="/ppt/notesMasters/notesMaster1.xml" Id="R8bb5ade49ba04a09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1bbb335a45fe4524" /><Relationship Type="http://schemas.openxmlformats.org/officeDocument/2006/relationships/notesMaster" Target="/ppt/notesMasters/notesMaster1.xml" Id="R164ee73e76d640cf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86d8f40449043b0" /><Relationship Type="http://schemas.openxmlformats.org/officeDocument/2006/relationships/notesMaster" Target="/ppt/notesMasters/notesMaster1.xml" Id="R5aaccfbb160d42cc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7445411cc6f1456d" /><Relationship Type="http://schemas.openxmlformats.org/officeDocument/2006/relationships/notesMaster" Target="/ppt/notesMasters/notesMaster1.xml" Id="Rbf823ab73a254e97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4b85a855ca8e4796" /><Relationship Type="http://schemas.openxmlformats.org/officeDocument/2006/relationships/notesMaster" Target="/ppt/notesMasters/notesMaster1.xml" Id="Rdcc0b28ccd88471b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abfdadbb70714784" /><Relationship Type="http://schemas.openxmlformats.org/officeDocument/2006/relationships/notesMaster" Target="/ppt/notesMasters/notesMaster1.xml" Id="R516664d908cb4866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0b3f1b3f7aab4bc7" /><Relationship Type="http://schemas.openxmlformats.org/officeDocument/2006/relationships/notesMaster" Target="/ppt/notesMasters/notesMaster1.xml" Id="R1b73d9967c974e1a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7a312a7ae5e543b7" /><Relationship Type="http://schemas.openxmlformats.org/officeDocument/2006/relationships/notesMaster" Target="/ppt/notesMasters/notesMaster1.xml" Id="R1a8de83007b54749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bfd5cf0efe0f48c2" /><Relationship Type="http://schemas.openxmlformats.org/officeDocument/2006/relationships/notesMaster" Target="/ppt/notesMasters/notesMaster1.xml" Id="R7181f9cf1d2d47fa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c9d83423ec224c79" /><Relationship Type="http://schemas.openxmlformats.org/officeDocument/2006/relationships/notesMaster" Target="/ppt/notesMasters/notesMaster1.xml" Id="Rac5e65bc20724370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5e30f94c8006438a" /><Relationship Type="http://schemas.openxmlformats.org/officeDocument/2006/relationships/notesMaster" Target="/ppt/notesMasters/notesMaster1.xml" Id="Rf6a0cdf004454701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0abff25ace4e42f3" /><Relationship Type="http://schemas.openxmlformats.org/officeDocument/2006/relationships/notesMaster" Target="/ppt/notesMasters/notesMaster1.xml" Id="R3966392966c542a1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1bb1e87463c84744" /><Relationship Type="http://schemas.openxmlformats.org/officeDocument/2006/relationships/notesMaster" Target="/ppt/notesMasters/notesMaster1.xml" Id="R5a5cecb723364785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277bc93f82104f38" /><Relationship Type="http://schemas.openxmlformats.org/officeDocument/2006/relationships/notesMaster" Target="/ppt/notesMasters/notesMaster1.xml" Id="Raef2b5f18f8f40f7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73b22c1c31214cb7" /><Relationship Type="http://schemas.openxmlformats.org/officeDocument/2006/relationships/notesMaster" Target="/ppt/notesMasters/notesMaster1.xml" Id="R80ffa4641a6b4acc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e9a46c18021f4755" /><Relationship Type="http://schemas.openxmlformats.org/officeDocument/2006/relationships/notesMaster" Target="/ppt/notesMasters/notesMaster1.xml" Id="R71540b2c68084ac6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51059a8a75b54431" /><Relationship Type="http://schemas.openxmlformats.org/officeDocument/2006/relationships/notesMaster" Target="/ppt/notesMasters/notesMaster1.xml" Id="R901ca5b1fe574264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724b8c150818408e" /><Relationship Type="http://schemas.openxmlformats.org/officeDocument/2006/relationships/notesMaster" Target="/ppt/notesMasters/notesMaster1.xml" Id="R732fb010f3e7438c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e68cdb1b36aa4bef" /><Relationship Type="http://schemas.openxmlformats.org/officeDocument/2006/relationships/notesMaster" Target="/ppt/notesMasters/notesMaster1.xml" Id="R0e21c6fa2ff14ed7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86b3406cc1754ab1" /><Relationship Type="http://schemas.openxmlformats.org/officeDocument/2006/relationships/notesMaster" Target="/ppt/notesMasters/notesMaster1.xml" Id="R97c7f8413b814db6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66a646bb7ca34e25" /><Relationship Type="http://schemas.openxmlformats.org/officeDocument/2006/relationships/notesMaster" Target="/ppt/notesMasters/notesMaster1.xml" Id="Reaad34033b2e4318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05e98700bdfc426d" /><Relationship Type="http://schemas.openxmlformats.org/officeDocument/2006/relationships/notesMaster" Target="/ppt/notesMasters/notesMaster1.xml" Id="R805177b047af4d7b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4479329c411842d1" /><Relationship Type="http://schemas.openxmlformats.org/officeDocument/2006/relationships/notesMaster" Target="/ppt/notesMasters/notesMaster1.xml" Id="R9fe6a2c52fd34db1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ffc46ef475b54a29" /><Relationship Type="http://schemas.openxmlformats.org/officeDocument/2006/relationships/notesMaster" Target="/ppt/notesMasters/notesMaster1.xml" Id="Rc6d2b7f6b63746c0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f7c88a165fe44105" /><Relationship Type="http://schemas.openxmlformats.org/officeDocument/2006/relationships/notesMaster" Target="/ppt/notesMasters/notesMaster1.xml" Id="R2b7a660f5e014308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3349a455e36b4c68" /><Relationship Type="http://schemas.openxmlformats.org/officeDocument/2006/relationships/notesMaster" Target="/ppt/notesMasters/notesMaster1.xml" Id="Rcab7699bf4b84464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3e15169bbd9f421a" /><Relationship Type="http://schemas.openxmlformats.org/officeDocument/2006/relationships/notesMaster" Target="/ppt/notesMasters/notesMaster1.xml" Id="R6a8a20525819438f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e81f0010479c4ebd" /><Relationship Type="http://schemas.openxmlformats.org/officeDocument/2006/relationships/notesMaster" Target="/ppt/notesMasters/notesMaster1.xml" Id="Rb63ad53830cd4bc0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d4058faadf144221" /><Relationship Type="http://schemas.openxmlformats.org/officeDocument/2006/relationships/notesMaster" Target="/ppt/notesMasters/notesMaster1.xml" Id="Rc131d37bfd534af6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19c583bf87184113" /><Relationship Type="http://schemas.openxmlformats.org/officeDocument/2006/relationships/notesMaster" Target="/ppt/notesMasters/notesMaster1.xml" Id="Rb4bb550706244355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fa77c1ed539f42de" /><Relationship Type="http://schemas.openxmlformats.org/officeDocument/2006/relationships/notesMaster" Target="/ppt/notesMasters/notesMaster1.xml" Id="R42388165e3e54a8b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30fa97f0f27c4135" /><Relationship Type="http://schemas.openxmlformats.org/officeDocument/2006/relationships/notesMaster" Target="/ppt/notesMasters/notesMaster1.xml" Id="R4362d19b62fd407a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a1d66a5bf7ea4b6a" /><Relationship Type="http://schemas.openxmlformats.org/officeDocument/2006/relationships/notesMaster" Target="/ppt/notesMasters/notesMaster1.xml" Id="R113fccf5351649e7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f64f1a48d0c64532" /><Relationship Type="http://schemas.openxmlformats.org/officeDocument/2006/relationships/notesMaster" Target="/ppt/notesMasters/notesMaster1.xml" Id="R9d20806d46674368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d8a962e7c32f4f2b" /><Relationship Type="http://schemas.openxmlformats.org/officeDocument/2006/relationships/notesMaster" Target="/ppt/notesMasters/notesMaster1.xml" Id="R30813174fd824461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9e762595981542d1" /><Relationship Type="http://schemas.openxmlformats.org/officeDocument/2006/relationships/notesMaster" Target="/ppt/notesMasters/notesMaster1.xml" Id="Rd0f1117713d94589" /></Relationships>
</file>

<file path=ppt/notesSlides/_rels/notesSlide46.xml.rels>&#65279;<?xml version="1.0" encoding="utf-8"?><Relationships xmlns="http://schemas.openxmlformats.org/package/2006/relationships"><Relationship Type="http://schemas.openxmlformats.org/officeDocument/2006/relationships/slide" Target="/ppt/slides/slide46.xml" Id="Rf63e1baea9b34145" /><Relationship Type="http://schemas.openxmlformats.org/officeDocument/2006/relationships/notesMaster" Target="/ppt/notesMasters/notesMaster1.xml" Id="R78b22aaf7b5e4299" /></Relationships>
</file>

<file path=ppt/notesSlides/_rels/notesSlide47.xml.rels>&#65279;<?xml version="1.0" encoding="utf-8"?><Relationships xmlns="http://schemas.openxmlformats.org/package/2006/relationships"><Relationship Type="http://schemas.openxmlformats.org/officeDocument/2006/relationships/slide" Target="/ppt/slides/slide47.xml" Id="R6ce446d63aee4168" /><Relationship Type="http://schemas.openxmlformats.org/officeDocument/2006/relationships/notesMaster" Target="/ppt/notesMasters/notesMaster1.xml" Id="Rf6c59c6afbd94541" /></Relationships>
</file>

<file path=ppt/notesSlides/_rels/notesSlide48.xml.rels>&#65279;<?xml version="1.0" encoding="utf-8"?><Relationships xmlns="http://schemas.openxmlformats.org/package/2006/relationships"><Relationship Type="http://schemas.openxmlformats.org/officeDocument/2006/relationships/slide" Target="/ppt/slides/slide48.xml" Id="Rc8cbdb6990ac46a4" /><Relationship Type="http://schemas.openxmlformats.org/officeDocument/2006/relationships/notesMaster" Target="/ppt/notesMasters/notesMaster1.xml" Id="Rb0e1997d99fc4b19" /></Relationships>
</file>

<file path=ppt/notesSlides/_rels/notesSlide49.xml.rels>&#65279;<?xml version="1.0" encoding="utf-8"?><Relationships xmlns="http://schemas.openxmlformats.org/package/2006/relationships"><Relationship Type="http://schemas.openxmlformats.org/officeDocument/2006/relationships/slide" Target="/ppt/slides/slide49.xml" Id="Ra3ed08835a60409d" /><Relationship Type="http://schemas.openxmlformats.org/officeDocument/2006/relationships/notesMaster" Target="/ppt/notesMasters/notesMaster1.xml" Id="Re727bd782bcf4683" /></Relationships>
</file>

<file path=ppt/notesSlides/_rels/notesSlide50.xml.rels>&#65279;<?xml version="1.0" encoding="utf-8"?><Relationships xmlns="http://schemas.openxmlformats.org/package/2006/relationships"><Relationship Type="http://schemas.openxmlformats.org/officeDocument/2006/relationships/slide" Target="/ppt/slides/slide50.xml" Id="R0bf61845bea34dd7" /><Relationship Type="http://schemas.openxmlformats.org/officeDocument/2006/relationships/notesMaster" Target="/ppt/notesMasters/notesMaster1.xml" Id="R0b507bca4631448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Lastro. Fechamento financeiro da Tarvo.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Essa é a Tarvo.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Fonte: contexto/instrucoes_extraidas.txt e contexto/RESPOSTAS_FINANCEIRO.md, relato do processo atual.</a:t>
            </a:r>
          </a:p>
          <a:p xmlns:a="http://schemas.openxmlformats.org/drawingml/2006/main">
            <a:r>
              <a:t>Identificação Tarvo provisória, em texto. Substituir pela logo confirmada sem alterar o restante da sequência.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Hoje, o financeiro dela se apoia em três frentes que não se conectam.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Fonte: contexto/instrucoes_extraidas.txt e contexto/RESPOSTAS_FINANCEIRO.md, relato do processo atual.</a:t>
            </a:r>
          </a:p>
          <a:p xmlns:a="http://schemas.openxmlformats.org/drawingml/2006/main">
            <a:r>
              <a:t>Identificação Tarvo provisória, em texto. Substituir pela logo confirmada sem alterar o restante da sequência.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 um lado, uma planilha com as taxas e condições de cada lojista.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Fonte: contexto/instrucoes_extraidas.txt e contexto/RESPOSTAS_FINANCEIRO.md, relato do processo atual.</a:t>
            </a:r>
          </a:p>
          <a:p xmlns:a="http://schemas.openxmlformats.org/drawingml/2006/main">
            <a:r>
              <a:t>Identificação Tarvo provisória, em texto. Substituir pela logo confirmada sem alterar o restante da sequência.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Do outro, relatórios dos parceiros e extratos bancários mostrando o que foi cobrado e movimentado.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Fonte: contexto/instrucoes_extraidas.txt e contexto/RESPOSTAS_FINANCEIRO.md, relato do processo atual.</a:t>
            </a:r>
          </a:p>
          <a:p xmlns:a="http://schemas.openxmlformats.org/drawingml/2006/main">
            <a:r>
              <a:t>Identificação Tarvo provisória, em texto. Substituir pela logo confirmada sem alterar o restante da sequência.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E, entre essas duas pontas, a Helena, que guarda o contexto dos acordos e das exceções que os arquivos não explicam.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Fonte: contexto/instrucoes_extraidas.txt e contexto/RESPOSTAS_FINANCEIRO.md, relato do processo atual.</a:t>
            </a:r>
          </a:p>
          <a:p xmlns:a="http://schemas.openxmlformats.org/drawingml/2006/main">
            <a:r>
              <a:t>Identificação Tarvo provisória, em texto. Substituir pela logo confirmada sem alterar o restante da sequência.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No fim do mês, o time precisa juntar essas três frentes para descobrir quanto pode faturar...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Fonte: contexto/instrucoes_extraidas.txt e contexto/RESPOSTAS_FINANCEIRO.md, relato do processo atual.</a:t>
            </a:r>
          </a:p>
          <a:p xmlns:a="http://schemas.openxmlformats.org/drawingml/2006/main">
            <a:r>
              <a:t>Identificação Tarvo provisória, em texto. Substituir pela logo confirmada sem alterar o restante da sequência.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...o que precisa corrigir...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Fonte: contexto/instrucoes_extraidas.txt e contexto/RESPOSTAS_FINANCEIRO.md, relato do processo atual.</a:t>
            </a:r>
          </a:p>
          <a:p xmlns:a="http://schemas.openxmlformats.org/drawingml/2006/main">
            <a:r>
              <a:t>Identificação Tarvo provisória, em texto. Substituir pela logo confirmada sem alterar o restante da sequência.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...e quais valores continuam pendentes.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Fonte: contexto/instrucoes_extraidas.txt e contexto/RESPOSTAS_FINANCEIRO.md, relato do processo atual.</a:t>
            </a:r>
          </a:p>
          <a:p xmlns:a="http://schemas.openxmlformats.org/drawingml/2006/main">
            <a:r>
              <a:t>Identificação Tarvo provisória, em texto. Substituir pela logo confirmada sem alterar o restante da sequência.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Esse trabalho leva oito dias úteis, abre espaço para cobranças incorretas e deixa o fechamento dependente de quem conhece as regras.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Fonte: contexto/instrucoes_extraidas.txt e contexto/RESPOSTAS_FINANCEIRO.md, relato do processo atual.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Para juntar essas informações, a gente precisa saber qual regra vale para cada operação.</a:t>
            </a:r>
          </a:p>
          <a:p xmlns:a="http://schemas.openxmlformats.org/drawingml/2006/main">
            <a:r>
              <a:t>• Uma taxa depende do contrato e da data. Um estorno precisa respeitar a venda original.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Fontes:</a:t>
            </a:r>
          </a:p>
          <a:p xmlns:a="http://schemas.openxmlformats.org/drawingml/2006/main">
            <a:r>
              <a:t>https://github.com/DavidDeodato/Hackathon_barte/blob/b43e80e521646cc46b09e8f2c920fb035c20644d/src/tarvo/finance/engine.py</a:t>
            </a:r>
          </a:p>
          <a:p xmlns:a="http://schemas.openxmlformats.org/drawingml/2006/main">
            <a:r>
              <a:t>https://github.com/DavidDeodato/Hackathon_barte/blob/b43e80e521646cc46b09e8f2c920fb035c20644d/contexto/RESPOSTAS_FINANCEIRO.md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Foi esse processo que a gente organizou no Lastro.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Fontes:</a:t>
            </a:r>
          </a:p>
          <a:p xmlns:a="http://schemas.openxmlformats.org/drawingml/2006/main">
            <a:r>
              <a:t>https://github.com/DavidDeodato/Hackathon_barte/blob/b43e80e521646cc46b09e8f2c920fb035c20644d/src/tarvo/finance/engine.py</a:t>
            </a:r>
          </a:p>
          <a:p xmlns:a="http://schemas.openxmlformats.org/drawingml/2006/main">
            <a:r>
              <a:t>https://github.com/DavidDeodato/Hackathon_barte/blob/b43e80e521646cc46b09e8f2c920fb035c20644d/contexto/RESPOSTAS_FINANCEIRO.md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O Lastro é um gerenciador inteligente do fechamento financeiro da Tarvo.</a:t>
            </a:r>
          </a:p>
          <a:p xmlns:a="http://schemas.openxmlformats.org/drawingml/2006/main">
            <a:r>
              <a:t>• Ele reúne os arquivos e as regras da operação, apura as comissões, confere as cobranças e organiza as pendências para revisão do financeiro.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Fontes: https://github.com/DavidDeodato/Hackathon_barte/blob/b43e80e521646cc46b09e8f2c920fb035c20644d/src/tarvo/finance/engine.py e https://github.com/DavidDeodato/Hackathon_barte/blob/b43e80e521646cc46b09e8f2c920fb035c20644d/src/tarvo/agents/case_review.py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A analista começa pelos arquivos que o financeiro já recebe.</a:t>
            </a:r>
          </a:p>
          <a:p xmlns:a="http://schemas.openxmlformats.org/drawingml/2006/main">
            <a:r>
              <a:t>• O Lastro lê o relatório da Orbe e seus ajustes, o anexo do e-mail da Ponte, a planilha de taxas e os extratos dos dois bancos, junto com o plano de contas.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Fontes:</a:t>
            </a:r>
          </a:p>
          <a:p xmlns:a="http://schemas.openxmlformats.org/drawingml/2006/main">
            <a:r>
              <a:t>https://github.com/DavidDeodato/Hackathon_barte/blob/b43e80e521646cc46b09e8f2c920fb035c20644d/src/tarvo/finance/engine.py</a:t>
            </a:r>
          </a:p>
          <a:p xmlns:a="http://schemas.openxmlformats.org/drawingml/2006/main">
            <a:r>
              <a:t>https://github.com/DavidDeodato/Hackathon_barte/blob/b43e80e521646cc46b09e8f2c920fb035c20644d/contexto/RESPOSTAS_FINANCEIRO.md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Depois, ele relaciona os identificadores da operação ao lojista e à condição comercial válida naquela data.</a:t>
            </a:r>
          </a:p>
          <a:p xmlns:a="http://schemas.openxmlformats.org/drawingml/2006/main">
            <a:r>
              <a:t>• As orientações do financeiro ficam registradas com suas fontes. O que ainda depende de confirmação continua como hipótese ou pendência.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Fontes:</a:t>
            </a:r>
          </a:p>
          <a:p xmlns:a="http://schemas.openxmlformats.org/drawingml/2006/main">
            <a:r>
              <a:t>https://github.com/DavidDeodato/Hackathon_barte/blob/b43e80e521646cc46b09e8f2c920fb035c20644d/src/tarvo/finance/engine.py</a:t>
            </a:r>
          </a:p>
          <a:p xmlns:a="http://schemas.openxmlformats.org/drawingml/2006/main">
            <a:r>
              <a:t>https://github.com/DavidDeodato/Hackathon_barte/blob/b43e80e521646cc46b09e8f2c920fb035c20644d/contexto/RESPOSTAS_FINANCEIRO.md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No checkout, ele calcula a comissão pela condição contratada e compara com a taxa que foi aplicada.</a:t>
            </a:r>
          </a:p>
          <a:p xmlns:a="http://schemas.openxmlformats.org/drawingml/2006/main">
            <a:r>
              <a:t>• Estornos e reversões entram com o tratamento da operação original. A soma é feita a partir dos valores de cada linha.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Fontes:</a:t>
            </a:r>
          </a:p>
          <a:p xmlns:a="http://schemas.openxmlformats.org/drawingml/2006/main">
            <a:r>
              <a:t>https://github.com/DavidDeodato/Hackathon_barte/blob/b43e80e521646cc46b09e8f2c920fb035c20644d/src/tarvo/finance/engine.py</a:t>
            </a:r>
          </a:p>
          <a:p xmlns:a="http://schemas.openxmlformats.org/drawingml/2006/main">
            <a:r>
              <a:t>https://github.com/DavidDeodato/Hackathon_barte/blob/b43e80e521646cc46b09e8f2c920fb035c20644d/contexto/RESPOSTAS_FINANCEIRO.md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Nas remessas, ele calcula os 50% de participação da Tarvo sobre o spread realizado elegível.</a:t>
            </a:r>
          </a:p>
          <a:p xmlns:a="http://schemas.openxmlformats.org/drawingml/2006/main">
            <a:r>
              <a:t>• Também verifica duplicidades e diferenças em relação ao contrato. Os spreads negativos contestados ficam fora da comissão e seguem como pendência.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Fontes:</a:t>
            </a:r>
          </a:p>
          <a:p xmlns:a="http://schemas.openxmlformats.org/drawingml/2006/main">
            <a:r>
              <a:t>https://github.com/DavidDeodato/Hackathon_barte/blob/b43e80e521646cc46b09e8f2c920fb035c20644d/src/tarvo/finance/engine.py</a:t>
            </a:r>
          </a:p>
          <a:p xmlns:a="http://schemas.openxmlformats.org/drawingml/2006/main">
            <a:r>
              <a:t>https://github.com/DavidDeodato/Hackathon_barte/blob/b43e80e521646cc46b09e8f2c920fb035c20644d/contexto/RESPOSTAS_FINANCEIRO.md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Nos extratos, ele propõe a classificação de cada movimento no plano de contas.</a:t>
            </a:r>
          </a:p>
          <a:p xmlns:a="http://schemas.openxmlformats.org/drawingml/2006/main">
            <a:r>
              <a:t>• Um recebimento pode baixar uma comissão de agosto. Uma transferência pode continuar em trânsito no fim de setembro. O tratamento depende da natureza do movimento.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Fontes:</a:t>
            </a:r>
          </a:p>
          <a:p xmlns:a="http://schemas.openxmlformats.org/drawingml/2006/main">
            <a:r>
              <a:t>https://github.com/DavidDeodato/Hackathon_barte/blob/b43e80e521646cc46b09e8f2c920fb035c20644d/src/tarvo/finance/engine.py</a:t>
            </a:r>
          </a:p>
          <a:p xmlns:a="http://schemas.openxmlformats.org/drawingml/2006/main">
            <a:r>
              <a:t>https://github.com/DavidDeodato/Hackathon_barte/blob/b43e80e521646cc46b09e8f2c920fb035c20644d/contexto/RESPOSTAS_FINANCEIRO.md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As três frentes alimentam as entregas pedidas no desafio.</a:t>
            </a:r>
          </a:p>
          <a:p xmlns:a="http://schemas.openxmlformats.org/drawingml/2006/main">
            <a:r>
              <a:t>• São seis arquivos: comissões, divergências, notas a emitir, lançamentos classificados, pendências e rastro.</a:t>
            </a:r>
          </a:p>
          <a:p xmlns:a="http://schemas.openxmlformats.org/drawingml/2006/main">
            <a:r>
              <a:t>• As notas ficam preparadas para revisão. A emissão fiscal continua fora desse fluxo.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Fontes:</a:t>
            </a:r>
          </a:p>
          <a:p xmlns:a="http://schemas.openxmlformats.org/drawingml/2006/main">
            <a:r>
              <a:t>https://github.com/DavidDeodato/Hackathon_barte/blob/b43e80e521646cc46b09e8f2c920fb035c20644d/src/tarvo/finance/engine.py</a:t>
            </a:r>
          </a:p>
          <a:p xmlns:a="http://schemas.openxmlformats.org/drawingml/2006/main">
            <a:r>
              <a:t>https://github.com/DavidDeodato/Hackathon_barte/blob/b43e80e521646cc46b09e8f2c920fb035c20644d/contexto/RESPOSTAS_FINANCEIRO.md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Ao abrir um valor, a analista encontra as operações que formam aquele total, a regra aplicada e a referência da fonte.</a:t>
            </a:r>
          </a:p>
          <a:p xmlns:a="http://schemas.openxmlformats.org/drawingml/2006/main">
            <a:r>
              <a:t>• A soma dessas contribuições precisa conferir com o resultado apresentado.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Fontes:</a:t>
            </a:r>
          </a:p>
          <a:p xmlns:a="http://schemas.openxmlformats.org/drawingml/2006/main">
            <a:r>
              <a:t>https://github.com/DavidDeodato/Hackathon_barte/blob/b43e80e521646cc46b09e8f2c920fb035c20644d/src/tarvo/finance/engine.py</a:t>
            </a:r>
          </a:p>
          <a:p xmlns:a="http://schemas.openxmlformats.org/drawingml/2006/main">
            <a:r>
              <a:t>https://github.com/DavidDeodato/Hackathon_barte/blob/b43e80e521646cc46b09e8f2c920fb035c20644d/contexto/RESPOSTAS_FINANCEIRO.md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Vamos abrir a Rota Global para conferir esse caminho.</a:t>
            </a:r>
          </a:p>
          <a:p xmlns:a="http://schemas.openxmlformats.org/drawingml/2006/main">
            <a:r>
              <a:t>• O líquido preparado para revisão é de R$ 1.546,28. Uma das operações contribui com R$ 66,28: taxa contratada de 3,59%, aplicada de 4,09%, com origem na linha 749 da Orbe.</a:t>
            </a:r>
          </a:p>
          <a:p xmlns:a="http://schemas.openxmlformats.org/drawingml/2006/main">
            <a:r>
              <a:t>• O valor está preparado para revisão da Helena e eventual contestação à Orbe. Isso não comprova envio nem recuperação.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Fontes:</a:t>
            </a:r>
          </a:p>
          <a:p xmlns:a="http://schemas.openxmlformats.org/drawingml/2006/main">
            <a:r>
              <a:t>https://github.com/DavidDeodato/Hackathon_barte/blob/b43e80e521646cc46b09e8f2c920fb035c20644d/src/tarvo/finance/engine.py</a:t>
            </a:r>
          </a:p>
          <a:p xmlns:a="http://schemas.openxmlformats.org/drawingml/2006/main">
            <a:r>
              <a:t>https://github.com/DavidDeodato/Hackathon_barte/blob/b43e80e521646cc46b09e8f2c920fb035c20644d/contexto/RESPOSTAS_FINANCEIRO.md</a:t>
            </a:r>
          </a:p>
          <a:p xmlns:a="http://schemas.openxmlformats.org/drawingml/2006/main">
            <a:r>
              <a:t>https://github.com/DavidDeodato/Hackathon_barte/blob/b43e80e521646cc46b09e8f2c920fb035c20644d/saida/rota_packet.json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Exemplo nativo de apuração, não captura de uma execução da interface. Pacote atualizado close-2068e24a102ebea3, estado prepared_for_review. Operação: 01_orbe_relatorio_comissoes_set2026.csv#TX88423647@L749. Contrato: 02_tabela_taxas_contratadas.xlsx#Taxas vigentes!A10:L10. Não houve novo recálculo independente nesta etapa de produção dos slides.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Até aqui, vimos como o Lastro apura os valores e mostra suas origens.</a:t>
            </a:r>
          </a:p>
          <a:p xmlns:a="http://schemas.openxmlformats.org/drawingml/2006/main">
            <a:r>
              <a:t>• Agora vamos entrar na arquitetura agêntica: como esses resultados viram um caso para investigação e revisão.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Fontes:</a:t>
            </a:r>
          </a:p>
          <a:p xmlns:a="http://schemas.openxmlformats.org/drawingml/2006/main">
            <a:r>
              <a:t>https://github.com/DavidDeodato/Hackathon_barte/blob/b43e80e521646cc46b09e8f2c920fb035c20644d/src/tarvo/finance/engine.py</a:t>
            </a:r>
          </a:p>
          <a:p xmlns:a="http://schemas.openxmlformats.org/drawingml/2006/main">
            <a:r>
              <a:t>https://github.com/DavidDeodato/Hackathon_barte/blob/b43e80e521646cc46b09e8f2c920fb035c20644d/contexto/RESPOSTAS_FINANCEIRO.md</a:t>
            </a:r>
          </a:p>
          <a:p xmlns:a="http://schemas.openxmlformats.org/drawingml/2006/main">
            <a:r>
              <a:t>https://github.com/DavidDeodato/Hackathon_barte/blob/b43e80e521646cc46b09e8f2c920fb035c20644d/src/tarvo/finance/cases.py</a:t>
            </a:r>
          </a:p>
          <a:p xmlns:a="http://schemas.openxmlformats.org/drawingml/2006/main">
            <a:r>
              <a:t>https://github.com/DavidDeodato/Hackathon_barte/blob/b43e80e521646cc46b09e8f2c920fb035c20644d/src/tarvo/agents/case_review.py</a:t>
            </a:r>
          </a:p>
          <a:p xmlns:a="http://schemas.openxmlformats.org/drawingml/2006/main">
            <a:r>
              <a:t>https://github.com/DavidDeodato/Hackathon_barte/blob/b43e80e521646cc46b09e8f2c920fb035c20644d/src/tarvo/agents/service.py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Referências de abstração visual: https://mktbarte.github.io/cases/case-comp.html e https://mktbarte.github.io/cases/case-sallve.html. Diagrama próprio do Lastro, com relações limitadas à implementação consultada. O destaque indica o tópico atual, sem representar execução ou aprovação.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Revisão editorial Barte: fundo claro, títulos regulares, destaque seletivo e ilustração com foco progressivo. A pilha representa dependências conceituais. O percurso acompanha o caso, sem representar execução ou aprovação. Ilustrações originais geradas com imagegen; textos e vínculos técnicos são nativos editáveis. O crítico recebe o mesmo caso, interpretação e evidências recuperadas, sem uma nova busca. A decisão do caso Rota cabe a Helena. Parecer experimental. Não há nova execução do motor ou do modelo nesta revisão.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A partir da apuração, o sistema monta um pacote do caso.</a:t>
            </a:r>
          </a:p>
          <a:p xmlns:a="http://schemas.openxmlformats.org/drawingml/2006/main">
            <a:r>
              <a:t>• Ele reúne valor, composição, natureza da ação, fontes, responsável e o que falta para encerrar a pendência.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Fontes:</a:t>
            </a:r>
          </a:p>
          <a:p xmlns:a="http://schemas.openxmlformats.org/drawingml/2006/main">
            <a:r>
              <a:t>https://github.com/DavidDeodato/Hackathon_barte/blob/b43e80e521646cc46b09e8f2c920fb035c20644d/src/tarvo/finance/engine.py</a:t>
            </a:r>
          </a:p>
          <a:p xmlns:a="http://schemas.openxmlformats.org/drawingml/2006/main">
            <a:r>
              <a:t>https://github.com/DavidDeodato/Hackathon_barte/blob/b43e80e521646cc46b09e8f2c920fb035c20644d/contexto/RESPOSTAS_FINANCEIRO.md</a:t>
            </a:r>
          </a:p>
          <a:p xmlns:a="http://schemas.openxmlformats.org/drawingml/2006/main">
            <a:r>
              <a:t>https://github.com/DavidDeodato/Hackathon_barte/blob/b43e80e521646cc46b09e8f2c920fb035c20644d/src/tarvo/finance/cases.py</a:t>
            </a:r>
          </a:p>
          <a:p xmlns:a="http://schemas.openxmlformats.org/drawingml/2006/main">
            <a:r>
              <a:t>https://github.com/DavidDeodato/Hackathon_barte/blob/b43e80e521646cc46b09e8f2c920fb035c20644d/src/tarvo/agents/case_review.py</a:t>
            </a:r>
          </a:p>
          <a:p xmlns:a="http://schemas.openxmlformats.org/drawingml/2006/main">
            <a:r>
              <a:t>https://github.com/DavidDeodato/Hackathon_barte/blob/b43e80e521646cc46b09e8f2c920fb035c20644d/src/tarvo/agents/service.py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Referências de abstração visual: https://mktbarte.github.io/cases/case-comp.html e https://mktbarte.github.io/cases/case-sallve.html. Diagrama próprio do Lastro, com relações limitadas à implementação consultada. O destaque indica o tópico atual, sem representar execução ou aprovação.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Revisão editorial Barte: fundo claro, títulos regulares, destaque seletivo e ilustração com foco progressivo. A pilha representa dependências conceituais. O percurso acompanha o caso, sem representar execução ou aprovação. Ilustrações originais geradas com imagegen; textos e vínculos técnicos são nativos editáveis. O crítico recebe o mesmo caso, interpretação e evidências recuperadas, sem uma nova busca. A decisão do caso Rota cabe a Helena. Parecer experimental. Não há nova execução do motor ou do modelo nesta revisão.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O investigador recebe esse pacote e usa ferramentas para localizar as regras e as referências que ajudam a interpretar o caso.</a:t>
            </a:r>
          </a:p>
          <a:p xmlns:a="http://schemas.openxmlformats.org/drawingml/2006/main">
            <a:r>
              <a:t>• Ele pode buscar regras, consultar uma referência, ler uma fonte cadastrada e verificar pendências. A interpretação vem acompanhada das evidências consultadas.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Fontes:</a:t>
            </a:r>
          </a:p>
          <a:p xmlns:a="http://schemas.openxmlformats.org/drawingml/2006/main">
            <a:r>
              <a:t>https://github.com/DavidDeodato/Hackathon_barte/blob/b43e80e521646cc46b09e8f2c920fb035c20644d/src/tarvo/finance/engine.py</a:t>
            </a:r>
          </a:p>
          <a:p xmlns:a="http://schemas.openxmlformats.org/drawingml/2006/main">
            <a:r>
              <a:t>https://github.com/DavidDeodato/Hackathon_barte/blob/b43e80e521646cc46b09e8f2c920fb035c20644d/contexto/RESPOSTAS_FINANCEIRO.md</a:t>
            </a:r>
          </a:p>
          <a:p xmlns:a="http://schemas.openxmlformats.org/drawingml/2006/main">
            <a:r>
              <a:t>https://github.com/DavidDeodato/Hackathon_barte/blob/b43e80e521646cc46b09e8f2c920fb035c20644d/src/tarvo/finance/cases.py</a:t>
            </a:r>
          </a:p>
          <a:p xmlns:a="http://schemas.openxmlformats.org/drawingml/2006/main">
            <a:r>
              <a:t>https://github.com/DavidDeodato/Hackathon_barte/blob/b43e80e521646cc46b09e8f2c920fb035c20644d/src/tarvo/agents/case_review.py</a:t>
            </a:r>
          </a:p>
          <a:p xmlns:a="http://schemas.openxmlformats.org/drawingml/2006/main">
            <a:r>
              <a:t>https://github.com/DavidDeodato/Hackathon_barte/blob/b43e80e521646cc46b09e8f2c920fb035c20644d/src/tarvo/agents/service.py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Referências de abstração visual: https://mktbarte.github.io/cases/case-comp.html e https://mktbarte.github.io/cases/case-sallve.html. Diagrama próprio do Lastro, com relações limitadas à implementação consultada. O destaque indica o tópico atual, sem representar execução ou aprovação.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Revisão editorial Barte: fundo claro, títulos regulares, destaque seletivo e ilustração com foco progressivo. A pilha representa dependências conceituais. O percurso acompanha o caso, sem representar execução ou aprovação. Ilustrações originais geradas com imagegen; textos e vínculos técnicos são nativos editáveis. O crítico recebe o mesmo caso, interpretação e evidências recuperadas, sem uma nova busca. A decisão do caso Rota cabe a Helena. Parecer experimental. Não há nova execução do motor ou do modelo nesta revisão.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Depois, outro papel examina a interpretação: o crítico.</a:t>
            </a:r>
          </a:p>
          <a:p xmlns:a="http://schemas.openxmlformats.org/drawingml/2006/main">
            <a:r>
              <a:t>• Ele recebe o mesmo pacote, a conclusão do investigador e as evidências recuperadas. Procura contradições, generalizações e decisões sem sustentação suficiente.</a:t>
            </a:r>
          </a:p>
          <a:p xmlns:a="http://schemas.openxmlformats.org/drawingml/2006/main">
            <a:r>
              <a:t>• Nesta implementação, o crítico examina esse material recebido. Ele não faz uma nova busca de ferramentas.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Fontes:</a:t>
            </a:r>
          </a:p>
          <a:p xmlns:a="http://schemas.openxmlformats.org/drawingml/2006/main">
            <a:r>
              <a:t>https://github.com/DavidDeodato/Hackathon_barte/blob/b43e80e521646cc46b09e8f2c920fb035c20644d/src/tarvo/finance/engine.py</a:t>
            </a:r>
          </a:p>
          <a:p xmlns:a="http://schemas.openxmlformats.org/drawingml/2006/main">
            <a:r>
              <a:t>https://github.com/DavidDeodato/Hackathon_barte/blob/b43e80e521646cc46b09e8f2c920fb035c20644d/contexto/RESPOSTAS_FINANCEIRO.md</a:t>
            </a:r>
          </a:p>
          <a:p xmlns:a="http://schemas.openxmlformats.org/drawingml/2006/main">
            <a:r>
              <a:t>https://github.com/DavidDeodato/Hackathon_barte/blob/b43e80e521646cc46b09e8f2c920fb035c20644d/src/tarvo/finance/cases.py</a:t>
            </a:r>
          </a:p>
          <a:p xmlns:a="http://schemas.openxmlformats.org/drawingml/2006/main">
            <a:r>
              <a:t>https://github.com/DavidDeodato/Hackathon_barte/blob/b43e80e521646cc46b09e8f2c920fb035c20644d/src/tarvo/agents/case_review.py</a:t>
            </a:r>
          </a:p>
          <a:p xmlns:a="http://schemas.openxmlformats.org/drawingml/2006/main">
            <a:r>
              <a:t>https://github.com/DavidDeodato/Hackathon_barte/blob/b43e80e521646cc46b09e8f2c920fb035c20644d/src/tarvo/agents/service.py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Referências de abstração visual: https://mktbarte.github.io/cases/case-comp.html e https://mktbarte.github.io/cases/case-sallve.html. Diagrama próprio do Lastro, com relações limitadas à implementação consultada. O destaque indica o tópico atual, sem representar execução ou aprovação.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Revisão editorial Barte: fundo claro, títulos regulares, destaque seletivo e ilustração com foco progressivo. A pilha representa dependências conceituais. O percurso acompanha o caso, sem representar execução ou aprovação. Ilustrações originais geradas com imagegen; textos e vínculos técnicos são nativos editáveis. O crítico recebe o mesmo caso, interpretação e evidências recuperadas, sem uma nova busca. A decisão do caso Rota cabe a Helena. Parecer experimental. Não há nova execução do motor ou do modelo nesta revisão.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O resultado dessa investigação volta para a analista com as fontes, as observações e o que ainda precisa de confirmação.</a:t>
            </a:r>
          </a:p>
          <a:p xmlns:a="http://schemas.openxmlformats.org/drawingml/2006/main">
            <a:r>
              <a:t>• Os valores continuam vinculados à apuração. Helena e o Comercial mantêm as decisões que lhes cabem.</a:t>
            </a:r>
          </a:p>
          <a:p xmlns:a="http://schemas.openxmlformats.org/drawingml/2006/main">
            <a:r>
              <a:t>• O parecer é experimental e ainda precisa ser conferido. A conclusão do modelo não aprova, envia ou movimenta recursos.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Fontes:</a:t>
            </a:r>
          </a:p>
          <a:p xmlns:a="http://schemas.openxmlformats.org/drawingml/2006/main">
            <a:r>
              <a:t>https://github.com/DavidDeodato/Hackathon_barte/blob/b43e80e521646cc46b09e8f2c920fb035c20644d/src/tarvo/finance/engine.py</a:t>
            </a:r>
          </a:p>
          <a:p xmlns:a="http://schemas.openxmlformats.org/drawingml/2006/main">
            <a:r>
              <a:t>https://github.com/DavidDeodato/Hackathon_barte/blob/b43e80e521646cc46b09e8f2c920fb035c20644d/contexto/RESPOSTAS_FINANCEIRO.md</a:t>
            </a:r>
          </a:p>
          <a:p xmlns:a="http://schemas.openxmlformats.org/drawingml/2006/main">
            <a:r>
              <a:t>https://github.com/DavidDeodato/Hackathon_barte/blob/b43e80e521646cc46b09e8f2c920fb035c20644d/src/tarvo/finance/cases.py</a:t>
            </a:r>
          </a:p>
          <a:p xmlns:a="http://schemas.openxmlformats.org/drawingml/2006/main">
            <a:r>
              <a:t>https://github.com/DavidDeodato/Hackathon_barte/blob/b43e80e521646cc46b09e8f2c920fb035c20644d/src/tarvo/agents/case_review.py</a:t>
            </a:r>
          </a:p>
          <a:p xmlns:a="http://schemas.openxmlformats.org/drawingml/2006/main">
            <a:r>
              <a:t>https://github.com/DavidDeodato/Hackathon_barte/blob/b43e80e521646cc46b09e8f2c920fb035c20644d/src/tarvo/agents/service.py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Referências de abstração visual: https://mktbarte.github.io/cases/case-comp.html e https://mktbarte.github.io/cases/case-sallve.html. Diagrama próprio do Lastro, com relações limitadas à implementação consultada. O destaque indica o tópico atual, sem representar execução ou aprovação.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Revisão editorial Barte: fundo claro, títulos regulares, destaque seletivo e ilustração com foco progressivo. A pilha representa dependências conceituais. O percurso acompanha o caso, sem representar execução ou aprovação. Ilustrações originais geradas com imagegen; textos e vínculos técnicos são nativos editáveis. O crítico recebe o mesmo caso, interpretação e evidências recuperadas, sem uma nova busca. A decisão do caso Rota cabe a Helena. Parecer experimental. Não há nova execução do motor ou do modelo nesta revisão.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 checkout de setembro soma R$ 203.735,34 de comissão contratada. Inclui os ajustes tardios e continua sujeito à revisão do financeiro.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Fonte: https://github.com/DavidDeodato/Hackathon_barte/blob/0cc8d320fb80828744a80f6d6d13e1b1f6ad18eb/saida/comissoes_por_lojista.csv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 participação da Tarvo nas remessas é R$ 39.543,45. É comissão a receber. O recebimento da Ponte ainda precisa ser conferido.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Fonte: https://github.com/DavidDeodato/Hackathon_barte/blob/0cc8d320fb80828744a80f6d6d13e1b1f6ad18eb/saida/comissoes_por_lojista.csv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As 21 notas propostas somam R$ 243.284,29. A comissão negativa de R$ 5,50 da Casa não gera nota. Atlas segue sem taxa confirmada. Estas notas não foram emitidas.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Fonte: https://github.com/DavidDeodato/Hackathon_barte/blob/0cc8d320fb80828744a80f6d6d13e1b1f6ad18eb/saida/notas_a_emitir.csv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Há R$ 1.576,23 de diferenças líquidas a revisar com a Orbe. Rota contribui com R$ 1.546,28 e outra pendência com R$ 29,95. Os rascunhos não foram enviados.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Fonte: https://github.com/DavidDeodato/Hackathon_barte/blob/0cc8d320fb80828744a80f6d6d13e1b1f6ad18eb/saida/pendencias.csv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 excesso de spread ao lojista soma R$ 1.418,85. A contestação usa o valor integral. A comissão realizada da Tarvo continua separada. Um ajuste é reconhecido na competência em que ocorrer.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Fonte: https://github.com/DavidDeodato/Hackathon_barte/blob/0cc8d320fb80828744a80f6d6d13e1b1f6ad18eb/saida/divergencias_taxa.csv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 Casa tem R$ 15.397,42 em diferenças líquidas durante a isenção. A destinação é devolução ao lojista após decisão de Helena e Comercial. Este caso não deve virar cobrança contra a Orbe. CAN-22 registra que Casa e Mundo não tinham sido avisadas aos parceiros; não havia responsável fixo por essa comunicação. Essa lacuna de processo ajuda a explicar o erro além da fragmentação dos arquivos.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Fonte: https://github.com/DavidDeodato/Hackathon_barte/blob/0cc8d320fb80828744a80f6d6d13e1b1f6ad18eb/saida/pendencias.csv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Os 14 ajustes recebidos reduzem a comissão de checkout e as notas propostas em R$ 3.304,39. Foram incorporados à mesma competência. As demais frentes mantêm seus totais.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Fonte: https://github.com/DavidDeodato/Hackathon_barte/blob/0cc8d320fb80828744a80f6d6d13e1b1f6ad18eb/README.md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 relatório registra 490 comparações entre valor de saída e soma do rastro, sem diferença. São 35 comissões, 233 divergências, 21 notas, 184 movimentos e 17 pendências. Isso prova consistência interna e não equivale ao gabarito da banca.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Fonte: https://github.com/DavidDeodato/Hackathon_barte/blob/0cc8d320fb80828744a80f6d6d13e1b1f6ad18eb/saida/reconciliacao.json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 analista abre setembro e confere o estado de revisão. As comissões, as pendências e os seis arquivos ficam disponíveis. Mostrar a execução escolhida antes de abrir um caso.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Fonte: https://github.com/DavidDeodato/Hackathon_barte/blob/0cc8d320fb80828744a80f6d6d13e1b1f6ad18eb/web/src/App.tsx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Captura real da aplicação local em 17/10/2026. Consulta aos seis CSVs publicados em 0cc8d32, com hashes conferidos. Não houve nova apuração financeira nem inferência paga. O roteiro da demo distingue consulta, processamento real com os originais e revisão assistida; nunca usar essa captura como prova de execução nova.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Em Pendências, abrir a diferença de R$ 1.546,28 da Orbe e clicar em Conferir rastro desta saída. São 87 componentes. Localizar TX88423647: R$ 66,28, linha 749 da Orbe. O slide 20 mostra as taxas desse registro.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Fonte: https://github.com/DavidDeodato/Hackathon_barte/blob/0cc8d320fb80828744a80f6d6d13e1b1f6ad18eb/saida/rastro.csv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Captura real da aplicação local em 17/10/2026. Consulta aos seis CSVs publicados em 0cc8d32, com hashes conferidos. Não houve nova apuração financeira nem inferência paga. O roteiro da demo distingue consulta, processamento real com os originais e revisão assistida; nunca usar essa captura como prova de execução nova.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Abrir Investigação, escolher caso para revisão e selecionar Rota. Conferir pacote, fontes e responsável. A captura usa consulta sem IA. Se optar por revisão assistida, confirmar o modo real, acompanhar as evidências e explicar o estado recebido.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Fonte: https://github.com/DavidDeodato/Hackathon_barte/blob/0cc8d320fb80828744a80f6d6d13e1b1f6ad18eb/web/src/CaseWorkspace.tsx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Captura real da aplicação local em 17/10/2026. Consulta aos seis CSVs publicados em 0cc8d32, com hashes conferidos. Não houve nova apuração financeira nem inferência paga. O roteiro da demo distingue consulta, processamento real com os originais e revisão assistida; nunca usar essa captura como prova de execução nova.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Na Atlas, a taxa comercial não está confirmada. R$ 262.138,61 é volume bruto das linhas retidas, não comissão perdida. O Comercial confirma a condição e Helena revisa. Até lá, as origens ficam preservadas e o faturamento da taxa permanece pendente.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Fonte: https://github.com/DavidDeodato/Hackathon_barte/blob/0cc8d320fb80828744a80f6d6d13e1b1f6ad18eb/saida/pendencias.csv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Captura real da aplicação local em 17/10/2026. Consulta aos seis CSVs publicados em 0cc8d32, com hashes conferidos. Não houve nova apuração financeira nem inferência paga. O roteiro da demo distingue consulta, processamento real com os originais e revisão assistida; nunca usar essa captura como prova de execução nova.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 IA sugeriu uma pergunta genérica sobre revisão após ajustes. O participante rejeitou porque não mudava a implementação. A investigação passou a buscar uma ambiguidade concreta em uma operação identificada.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Fonte: https://github.com/DavidDeodato/Hackathon_barte/blob/0cc8d320fb80828744a80f6d6d13e1b1f6ad18eb/PROMPTS/SESSAO_001.md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David perguntou qual data determina a isenção da antecipação da Casa. Usou AN88445172 como exemplo: antecipação em 09/09 sem vínculo com as vendas originais. A dúvida era se essas vendas precisavam ser localizadas antes de calcular.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Fonte: contexto/PERGUNTA_DAVID_CASA.md, transcrição fornecida pela participante nesta revisão.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Manuel, no papel de Helena, respondeu a David às 13h34: vale a data da antecipação. O serviço prestado em setembro está dentro da isenção e não exige buscar as vendas originadoras para essa tarifa.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Fonte: contexto/PERGUNTA_DAVID_CASA.md, transcrição fornecida pela participante nesta revisão.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AN88445172, em 09/09, aparece com taxa esperada zero e comissão R$ 0,00 no resultado publicado. A resposta confirma o tratamento que o motor já aplica. Estornos de vendas continuam respeitando a venda original.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Fonte: https://github.com/DavidDeodato/Hackathon_barte/blob/0cc8d320fb80828744a80f6d6d13e1b1f6ad18eb/saida/detalhes.json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 tolerância de remessas é uma escolha metodológica do time: reportar diferença absoluta superior a 0,01 ponto percentual. O cliente autorizou justificar o critério. Essa tolerância não muda a comissão realizada.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Fonte: https://github.com/DavidDeodato/Hackathon_barte/blob/0cc8d320fb80828744a80f6d6d13e1b1f6ad18eb/HIPOTESES.md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 analista começa por Documentos, escolhe ou cria a competência e envia os novos arquivos. Confere as fontes selecionadas antes de processar. Um conjunto vazio permanece sem apuração. Não há fechamento real de outubro demonstrado.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Fonte: https://github.com/DavidDeodato/Hackathon_barte/blob/0cc8d320fb80828744a80f6d6d13e1b1f6ad18eb/web/src/components/documents/DocumentsWorkspace.tsx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Captura real da aplicação local em 17/10/2026. Consulta aos seis CSVs publicados em 0cc8d32, com hashes conferidos. Não houve nova apuração financeira nem inferência paga. O roteiro da demo distingue consulta, processamento real com os originais e revisão assistida; nunca usar essa captura como prova de execução nova.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Quando o Comercial confirmar a taxa válida desde 10/09, a orientação é faturar setembro junto com outubro. Preservar a origem das linhas pendentes faz parte do processo. O acompanhamento automático entre competências ainda precisa ser validado.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Fonte: https://github.com/DavidDeodato/Hackathon_barte/blob/0cc8d320fb80828744a80f6d6d13e1b1f6ad18eb/contexto/RESPOSTAS_FINANCEIRO.md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 transferência de R$ 300 mil saiu do Aurora em 30/09 e exige conferência do crédito de 01/10 no Meridiano. O Lastro mantém a pendência identificada em setembro. O crédito de outubro não está nos arquivos de setembro.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Fonte: https://github.com/DavidDeodato/Hackathon_barte/blob/0cc8d320fb80828744a80f6d6d13e1b1f6ad18eb/saida/pendencias.csv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Nas primeiras duas semanas, validar um lote real de outubro e o acompanhamento de pendências de setembro. A prova esperada é comparar saldos, fontes e decisões nos dois períodos com a analista. Esse é um plano, não uma funcionalidade comprovada.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Fonte: https://github.com/DavidDeodato/Hackathon_barte/blob/0cc8d320fb80828744a80f6d6d13e1b1f6ad18eb/docs/apresentacao/roteiro.md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Plano proposto, ainda não executado. Não promete redução de tempo ou ganho de qualidade medido.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Na terceira semana, comparar investigador sozinho e investigador com crítico sobre os mesmos casos. Medir interpretações erradas, fontes pertinentes e pedidos corretos de evidência com revisão humana. Não presumir que adicionar um crítico melhora a resposta.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Fonte: https://github.com/DavidDeodato/Hackathon_barte/blob/0cc8d320fb80828744a80f6d6d13e1b1f6ad18eb/src/tarvo/agents/case_review.py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Plano proposto, ainda não executado. Não promete redução de tempo ou ganho de qualidade medido.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Na quarta semana, medir tempo por caso, retrabalho e correções com o financeiro. Os oito dias úteis da abertura são uma estimativa do processo atual. A economia atribuída ao Lastro ainda precisa ser medida.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Fonte: https://github.com/DavidDeodato/Hackathon_barte/blob/0cc8d320fb80828744a80f6d6d13e1b1f6ad18eb/contexto/RESPOSTAS_FINANCEIRO.md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Plano proposto, ainda não executado. Não promete redução de tempo ou ganho de qualidade medido.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 Lastro prepara o fechamento com valores rastreáveis e decisões identificadas. A analista pode conferir a origem e encaminhar o que depende de confirmação. A aprovação financeira continua com Helena.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Fonte: https://github.com/DavidDeodato/Hackathon_barte/blob/0cc8d320fb80828744a80f6d6d13e1b1f6ad18eb/README.md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eae190caff243b1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9ff0f3c7c8e423d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867043b96154896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9d9bd41e1ab4e32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933a8e553c34965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a029e7fed2c45f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9A098EC-4316-4EC5-BA0B-A0CB8044EA7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AAD3EEA7-1387-4789-905E-247541E14544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7E80090E-6EDF-4D91-BD3D-11F80A77942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A0EFE98-F102-4721-80D4-044672668C1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8B7723E3-CBF7-4347-B1B6-337422AA077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57D7D576-B581-463C-9167-29E49129961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35D19EFF-E9B0-4334-8370-DFA32073E81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D7594A4B-DFF4-4DA5-8CC9-1824874CF3A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CBA11DC9-5626-40C1-B825-231573D22E0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3BB01604-6EB7-4E4A-9D3E-68A9B54399F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72b384c2d314840" /><Relationship Type="http://schemas.openxmlformats.org/officeDocument/2006/relationships/slideLayout" Target="/ppt/slideLayouts/slideLayout1.xml" Id="R5da336da0e954c5d" /><Relationship Type="http://schemas.openxmlformats.org/officeDocument/2006/relationships/slideLayout" Target="/ppt/slideLayouts/slideLayout2.xml" Id="R5e5c9bc8386e4357" /><Relationship Type="http://schemas.openxmlformats.org/officeDocument/2006/relationships/slideLayout" Target="/ppt/slideLayouts/slideLayout3.xml" Id="Re5ac1bf6bc7140fe" /><Relationship Type="http://schemas.openxmlformats.org/officeDocument/2006/relationships/slideLayout" Target="/ppt/slideLayouts/slideLayout4.xml" Id="Re90fc13b73824940" /><Relationship Type="http://schemas.openxmlformats.org/officeDocument/2006/relationships/slideLayout" Target="/ppt/slideLayouts/slideLayout5.xml" Id="Rbcafb00dc57a4201" /><Relationship Type="http://schemas.openxmlformats.org/officeDocument/2006/relationships/slideLayout" Target="/ppt/slideLayouts/slideLayout6.xml" Id="R585afa42e48b4c2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da336da0e954c5d"/>
    <p:sldLayoutId xmlns:r="http://schemas.openxmlformats.org/officeDocument/2006/relationships" id="2147483650" r:id="R5e5c9bc8386e4357"/>
    <p:sldLayoutId xmlns:r="http://schemas.openxmlformats.org/officeDocument/2006/relationships" id="2147483651" r:id="Re5ac1bf6bc7140fe"/>
    <p:sldLayoutId xmlns:r="http://schemas.openxmlformats.org/officeDocument/2006/relationships" id="2147483652" r:id="Re90fc13b73824940"/>
    <p:sldLayoutId xmlns:r="http://schemas.openxmlformats.org/officeDocument/2006/relationships" id="2147483653" r:id="Rbcafb00dc57a4201"/>
    <p:sldLayoutId xmlns:r="http://schemas.openxmlformats.org/officeDocument/2006/relationships" id="2147483654" r:id="R585afa42e48b4c2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028bddbb4634f68" /><Relationship Type="http://schemas.openxmlformats.org/officeDocument/2006/relationships/image" Target="/ppt/media/image.png" Id="R3138c1a39851451f" /><Relationship Type="http://schemas.openxmlformats.org/officeDocument/2006/relationships/image" Target="/ppt/media/image.svg" Id="R393258ea4d214a22" /><Relationship Type="http://schemas.openxmlformats.org/officeDocument/2006/relationships/image" Target="/ppt/media/image2.png" Id="R99e6fa2a8a554131" /><Relationship Type="http://schemas.openxmlformats.org/officeDocument/2006/relationships/notesSlide" Target="/ppt/notesSlides/notesSlide1.xml" Id="R076a0e103d7d48b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5e6225ee1684a3a" /><Relationship Type="http://schemas.openxmlformats.org/officeDocument/2006/relationships/image" Target="/ppt/media/image3.png" Id="R696150bb4beb4cb6" /><Relationship Type="http://schemas.openxmlformats.org/officeDocument/2006/relationships/image" Target="/ppt/media/image2.svg" Id="R66a55d20a6ba412d" /><Relationship Type="http://schemas.openxmlformats.org/officeDocument/2006/relationships/image" Target="/ppt/media/image4.png" Id="R011de814223345e6" /><Relationship Type="http://schemas.openxmlformats.org/officeDocument/2006/relationships/notesSlide" Target="/ppt/notesSlides/notesSlide2.xml" Id="R0c6b43e280984b9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2d6c396b93b4604" /><Relationship Type="http://schemas.openxmlformats.org/officeDocument/2006/relationships/image" Target="/ppt/media/image5.png" Id="Ra9864b0e34f04de4" /><Relationship Type="http://schemas.openxmlformats.org/officeDocument/2006/relationships/image" Target="/ppt/media/image3.svg" Id="R572e42cbfddd48f0" /><Relationship Type="http://schemas.openxmlformats.org/officeDocument/2006/relationships/notesSlide" Target="/ppt/notesSlides/notesSlide3.xml" Id="Rf33c5c98531b4a6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d7375aaaba5460c" /><Relationship Type="http://schemas.openxmlformats.org/officeDocument/2006/relationships/image" Target="/ppt/media/image6.png" Id="R3791eb96aae845dc" /><Relationship Type="http://schemas.openxmlformats.org/officeDocument/2006/relationships/image" Target="/ppt/media/image4.svg" Id="R13b7b0ea83a94206" /><Relationship Type="http://schemas.openxmlformats.org/officeDocument/2006/relationships/image" Target="/ppt/media/image7.png" Id="Rdd515337692d4353" /><Relationship Type="http://schemas.openxmlformats.org/officeDocument/2006/relationships/notesSlide" Target="/ppt/notesSlides/notesSlide4.xml" Id="Rb7468a73215f4e9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2b0a46e0b8d4302" /><Relationship Type="http://schemas.openxmlformats.org/officeDocument/2006/relationships/image" Target="/ppt/media/image8.png" Id="R4aeab6f1b0d84da2" /><Relationship Type="http://schemas.openxmlformats.org/officeDocument/2006/relationships/image" Target="/ppt/media/image5.svg" Id="Rcce4f7f649ac48c8" /><Relationship Type="http://schemas.openxmlformats.org/officeDocument/2006/relationships/image" Target="/ppt/media/image9.png" Id="R1fbe833fff694268" /><Relationship Type="http://schemas.openxmlformats.org/officeDocument/2006/relationships/image" Target="/ppt/media/image10.png" Id="R9da78bb465bc402e" /><Relationship Type="http://schemas.openxmlformats.org/officeDocument/2006/relationships/notesSlide" Target="/ppt/notesSlides/notesSlide5.xml" Id="R8b29d114cf6e489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80dba0b8a3549d7" /><Relationship Type="http://schemas.openxmlformats.org/officeDocument/2006/relationships/image" Target="/ppt/media/image11.png" Id="R9da02f08ae32461a" /><Relationship Type="http://schemas.openxmlformats.org/officeDocument/2006/relationships/image" Target="/ppt/media/image6.svg" Id="R5df200dc1a4a4c0b" /><Relationship Type="http://schemas.openxmlformats.org/officeDocument/2006/relationships/image" Target="/ppt/media/image12.png" Id="Ra41499fb6e8b4643" /><Relationship Type="http://schemas.openxmlformats.org/officeDocument/2006/relationships/image" Target="/ppt/media/image13.png" Id="R7f3fd08ee42c4ac9" /><Relationship Type="http://schemas.openxmlformats.org/officeDocument/2006/relationships/image" Target="/ppt/media/image14.png" Id="R11df61f2a6ad46df" /><Relationship Type="http://schemas.openxmlformats.org/officeDocument/2006/relationships/notesSlide" Target="/ppt/notesSlides/notesSlide6.xml" Id="Rff80df39475e408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a1c47602e7149ea" /><Relationship Type="http://schemas.openxmlformats.org/officeDocument/2006/relationships/image" Target="/ppt/media/image15.png" Id="R0784b0da190b4639" /><Relationship Type="http://schemas.openxmlformats.org/officeDocument/2006/relationships/image" Target="/ppt/media/image7.svg" Id="Rd76b34b816154d24" /><Relationship Type="http://schemas.openxmlformats.org/officeDocument/2006/relationships/image" Target="/ppt/media/image16.png" Id="Rad4e38298c354f91" /><Relationship Type="http://schemas.openxmlformats.org/officeDocument/2006/relationships/image" Target="/ppt/media/image17.png" Id="R7ece4811e4354370" /><Relationship Type="http://schemas.openxmlformats.org/officeDocument/2006/relationships/image" Target="/ppt/media/image18.png" Id="R7a608398d75f4717" /><Relationship Type="http://schemas.openxmlformats.org/officeDocument/2006/relationships/notesSlide" Target="/ppt/notesSlides/notesSlide7.xml" Id="Ra8f1575e08854a9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d147303b36644b3" /><Relationship Type="http://schemas.openxmlformats.org/officeDocument/2006/relationships/image" Target="/ppt/media/image19.png" Id="Rc0578604a2d44da4" /><Relationship Type="http://schemas.openxmlformats.org/officeDocument/2006/relationships/image" Target="/ppt/media/image8.svg" Id="Reaacaa9f0a6a4d49" /><Relationship Type="http://schemas.openxmlformats.org/officeDocument/2006/relationships/image" Target="/ppt/media/image20.png" Id="Rd3b8820281ca44ed" /><Relationship Type="http://schemas.openxmlformats.org/officeDocument/2006/relationships/image" Target="/ppt/media/image21.png" Id="R6351d09c8ad94647" /><Relationship Type="http://schemas.openxmlformats.org/officeDocument/2006/relationships/image" Target="/ppt/media/image22.png" Id="R99128f9111a24549" /><Relationship Type="http://schemas.openxmlformats.org/officeDocument/2006/relationships/notesSlide" Target="/ppt/notesSlides/notesSlide8.xml" Id="Rcbd515ed47ed419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3fe3321dfa14d46" /><Relationship Type="http://schemas.openxmlformats.org/officeDocument/2006/relationships/image" Target="/ppt/media/image23.png" Id="Rb08e18937746401d" /><Relationship Type="http://schemas.openxmlformats.org/officeDocument/2006/relationships/image" Target="/ppt/media/image9.svg" Id="R7f861a669a604ec6" /><Relationship Type="http://schemas.openxmlformats.org/officeDocument/2006/relationships/image" Target="/ppt/media/image24.png" Id="R8ae3cf122e654b9e" /><Relationship Type="http://schemas.openxmlformats.org/officeDocument/2006/relationships/image" Target="/ppt/media/image25.png" Id="R7719411b2cf84f5c" /><Relationship Type="http://schemas.openxmlformats.org/officeDocument/2006/relationships/image" Target="/ppt/media/image26.png" Id="R589925d2c5024473" /><Relationship Type="http://schemas.openxmlformats.org/officeDocument/2006/relationships/notesSlide" Target="/ppt/notesSlides/notesSlide9.xml" Id="R8bf26e29654943bd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3f3ee1ea56d41fa" /><Relationship Type="http://schemas.openxmlformats.org/officeDocument/2006/relationships/image" Target="/ppt/media/image27.png" Id="R56e5575868c6447f" /><Relationship Type="http://schemas.openxmlformats.org/officeDocument/2006/relationships/image" Target="/ppt/media/image10.svg" Id="Reecd6dcd2d7d4353" /><Relationship Type="http://schemas.openxmlformats.org/officeDocument/2006/relationships/notesSlide" Target="/ppt/notesSlides/notesSlide10.xml" Id="R45300be85b2a4b01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b0634329108440d" /><Relationship Type="http://schemas.openxmlformats.org/officeDocument/2006/relationships/image" Target="/ppt/media/image28.png" Id="Rd6a3e686b50a45ee" /><Relationship Type="http://schemas.openxmlformats.org/officeDocument/2006/relationships/image" Target="/ppt/media/image11.svg" Id="Rf46e2c3db0a844f3" /><Relationship Type="http://schemas.openxmlformats.org/officeDocument/2006/relationships/image" Target="/ppt/media/image29.png" Id="Rc4885314b67a4016" /><Relationship Type="http://schemas.openxmlformats.org/officeDocument/2006/relationships/notesSlide" Target="/ppt/notesSlides/notesSlide11.xml" Id="Rf7c6d03519c747c1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0724beef9394fd4" /><Relationship Type="http://schemas.openxmlformats.org/officeDocument/2006/relationships/image" Target="/ppt/media/image30.png" Id="R7e075fd5ec4344b0" /><Relationship Type="http://schemas.openxmlformats.org/officeDocument/2006/relationships/image" Target="/ppt/media/image12.svg" Id="Rdb0092f64f1b4f07" /><Relationship Type="http://schemas.openxmlformats.org/officeDocument/2006/relationships/image" Target="/ppt/media/image31.png" Id="R60c9e3a903694cf2" /><Relationship Type="http://schemas.openxmlformats.org/officeDocument/2006/relationships/notesSlide" Target="/ppt/notesSlides/notesSlide12.xml" Id="R4b6a8478a6f14b63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e2085dec43242ac" /><Relationship Type="http://schemas.openxmlformats.org/officeDocument/2006/relationships/image" Target="/ppt/media/image32.png" Id="Ra03bcab2436f457c" /><Relationship Type="http://schemas.openxmlformats.org/officeDocument/2006/relationships/image" Target="/ppt/media/image13.svg" Id="R7eeafe53d10f45c9" /><Relationship Type="http://schemas.openxmlformats.org/officeDocument/2006/relationships/image" Target="/ppt/media/image33.png" Id="R8f152f1c31e64f1b" /><Relationship Type="http://schemas.openxmlformats.org/officeDocument/2006/relationships/notesSlide" Target="/ppt/notesSlides/notesSlide13.xml" Id="R6bdde70f913c4546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a91a31385b342f5" /><Relationship Type="http://schemas.openxmlformats.org/officeDocument/2006/relationships/image" Target="/ppt/media/image34.png" Id="R530accc010444982" /><Relationship Type="http://schemas.openxmlformats.org/officeDocument/2006/relationships/image" Target="/ppt/media/image14.svg" Id="Rb48feb1a088441b9" /><Relationship Type="http://schemas.openxmlformats.org/officeDocument/2006/relationships/image" Target="/ppt/media/image35.png" Id="R760c74ce0f8c49a7" /><Relationship Type="http://schemas.openxmlformats.org/officeDocument/2006/relationships/notesSlide" Target="/ppt/notesSlides/notesSlide14.xml" Id="Rd36589dae7a84717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190f8f823694d22" /><Relationship Type="http://schemas.openxmlformats.org/officeDocument/2006/relationships/image" Target="/ppt/media/image36.png" Id="Rbf5883597f9945fe" /><Relationship Type="http://schemas.openxmlformats.org/officeDocument/2006/relationships/image" Target="/ppt/media/image15.svg" Id="Rc982bd00900b461e" /><Relationship Type="http://schemas.openxmlformats.org/officeDocument/2006/relationships/image" Target="/ppt/media/image37.png" Id="R7d8251fc30674707" /><Relationship Type="http://schemas.openxmlformats.org/officeDocument/2006/relationships/notesSlide" Target="/ppt/notesSlides/notesSlide15.xml" Id="Rba4ec9c101fe4165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a4f6ff6fcca4183" /><Relationship Type="http://schemas.openxmlformats.org/officeDocument/2006/relationships/image" Target="/ppt/media/image38.png" Id="Ra7e6641bbc6a4f52" /><Relationship Type="http://schemas.openxmlformats.org/officeDocument/2006/relationships/image" Target="/ppt/media/image16.svg" Id="Rf8606cbe3fdf4a4d" /><Relationship Type="http://schemas.openxmlformats.org/officeDocument/2006/relationships/image" Target="/ppt/media/image39.png" Id="R0fa45c42688043e9" /><Relationship Type="http://schemas.openxmlformats.org/officeDocument/2006/relationships/notesSlide" Target="/ppt/notesSlides/notesSlide16.xml" Id="R5029914b3c1a422e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903f6779a6c4a9c" /><Relationship Type="http://schemas.openxmlformats.org/officeDocument/2006/relationships/image" Target="/ppt/media/image40.png" Id="Rb81a9e7ed8084992" /><Relationship Type="http://schemas.openxmlformats.org/officeDocument/2006/relationships/image" Target="/ppt/media/image17.svg" Id="Rd42d55ae1bd3428b" /><Relationship Type="http://schemas.openxmlformats.org/officeDocument/2006/relationships/image" Target="/ppt/media/image41.png" Id="Rb918773de1be49bb" /><Relationship Type="http://schemas.openxmlformats.org/officeDocument/2006/relationships/notesSlide" Target="/ppt/notesSlides/notesSlide17.xml" Id="R78ca4735fd864a1d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cf88682b7394529" /><Relationship Type="http://schemas.openxmlformats.org/officeDocument/2006/relationships/image" Target="/ppt/media/image42.png" Id="Rb6ecbba55dc44966" /><Relationship Type="http://schemas.openxmlformats.org/officeDocument/2006/relationships/image" Target="/ppt/media/image18.svg" Id="R1cfc271fc2844bb9" /><Relationship Type="http://schemas.openxmlformats.org/officeDocument/2006/relationships/image" Target="/ppt/media/image43.png" Id="R6fe9493c78f24eda" /><Relationship Type="http://schemas.openxmlformats.org/officeDocument/2006/relationships/notesSlide" Target="/ppt/notesSlides/notesSlide18.xml" Id="R1a57ebba739d439d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9f58a4d21b444c7" /><Relationship Type="http://schemas.openxmlformats.org/officeDocument/2006/relationships/image" Target="/ppt/media/image44.png" Id="Reaa00e18c9d24fd9" /><Relationship Type="http://schemas.openxmlformats.org/officeDocument/2006/relationships/image" Target="/ppt/media/image19.svg" Id="R177ff7503e2a4589" /><Relationship Type="http://schemas.openxmlformats.org/officeDocument/2006/relationships/image" Target="/ppt/media/image45.png" Id="R5951ba5187c64a82" /><Relationship Type="http://schemas.openxmlformats.org/officeDocument/2006/relationships/notesSlide" Target="/ppt/notesSlides/notesSlide19.xml" Id="R8908ebfd18ce4a97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57d13a3b04b4bc7" /><Relationship Type="http://schemas.openxmlformats.org/officeDocument/2006/relationships/image" Target="/ppt/media/image46.png" Id="R433e1d0b799f413d" /><Relationship Type="http://schemas.openxmlformats.org/officeDocument/2006/relationships/image" Target="/ppt/media/image20.svg" Id="R4a51e09c608249d8" /><Relationship Type="http://schemas.openxmlformats.org/officeDocument/2006/relationships/image" Target="/ppt/media/image47.png" Id="Refb6d5cf86204171" /><Relationship Type="http://schemas.openxmlformats.org/officeDocument/2006/relationships/image" Target="/ppt/media/image48.png" Id="R3a75e340fd12495a" /><Relationship Type="http://schemas.openxmlformats.org/officeDocument/2006/relationships/image" Target="/ppt/media/image49.png" Id="Rf6a5529bc4aa4de7" /><Relationship Type="http://schemas.openxmlformats.org/officeDocument/2006/relationships/image" Target="/ppt/media/image50.png" Id="R85830d4a1a974b68" /><Relationship Type="http://schemas.openxmlformats.org/officeDocument/2006/relationships/notesSlide" Target="/ppt/notesSlides/notesSlide20.xml" Id="R09ee5455df1e4069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cb5942a2196412a" /><Relationship Type="http://schemas.openxmlformats.org/officeDocument/2006/relationships/image" Target="/ppt/media/image51.png" Id="R560bb6c1a2e84d08" /><Relationship Type="http://schemas.openxmlformats.org/officeDocument/2006/relationships/image" Target="/ppt/media/image21.svg" Id="Re9e34dc498e542c8" /><Relationship Type="http://schemas.openxmlformats.org/officeDocument/2006/relationships/notesSlide" Target="/ppt/notesSlides/notesSlide21.xml" Id="Rcaa80ccf625f4b60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bab9834f41a4a3b" /><Relationship Type="http://schemas.openxmlformats.org/officeDocument/2006/relationships/image" Target="/ppt/media/image52.png" Id="Rd2c9271ab9724a79" /><Relationship Type="http://schemas.openxmlformats.org/officeDocument/2006/relationships/image" Target="/ppt/media/image22.svg" Id="R3de74d065e944e71" /><Relationship Type="http://schemas.openxmlformats.org/officeDocument/2006/relationships/image" Target="/ppt/media/image53.png" Id="R1155a5bfcaa741ec" /><Relationship Type="http://schemas.openxmlformats.org/officeDocument/2006/relationships/notesSlide" Target="/ppt/notesSlides/notesSlide22.xml" Id="Rbe2850d84cd94a07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66aec6e928d4566" /><Relationship Type="http://schemas.openxmlformats.org/officeDocument/2006/relationships/image" Target="/ppt/media/image54.png" Id="R96001841e77b48f9" /><Relationship Type="http://schemas.openxmlformats.org/officeDocument/2006/relationships/image" Target="/ppt/media/image23.svg" Id="Re5acc46517ee4ef6" /><Relationship Type="http://schemas.openxmlformats.org/officeDocument/2006/relationships/image" Target="/ppt/media/image55.png" Id="R9c10e0a65e794cce" /><Relationship Type="http://schemas.openxmlformats.org/officeDocument/2006/relationships/notesSlide" Target="/ppt/notesSlides/notesSlide23.xml" Id="R7c61137174554c5f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6d598fe49a443e4" /><Relationship Type="http://schemas.openxmlformats.org/officeDocument/2006/relationships/image" Target="/ppt/media/image56.png" Id="R69b7df004ed8419f" /><Relationship Type="http://schemas.openxmlformats.org/officeDocument/2006/relationships/image" Target="/ppt/media/image24.svg" Id="R5a952ac7931b4fd0" /><Relationship Type="http://schemas.openxmlformats.org/officeDocument/2006/relationships/image" Target="/ppt/media/image57.png" Id="R3b6e8bfd1a5e4992" /><Relationship Type="http://schemas.openxmlformats.org/officeDocument/2006/relationships/notesSlide" Target="/ppt/notesSlides/notesSlide24.xml" Id="R6de4804237764787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9ce95f6efa444c4" /><Relationship Type="http://schemas.openxmlformats.org/officeDocument/2006/relationships/image" Target="/ppt/media/image58.png" Id="R12e5c9df2e604184" /><Relationship Type="http://schemas.openxmlformats.org/officeDocument/2006/relationships/image" Target="/ppt/media/image25.svg" Id="R60e6612dea644a4b" /><Relationship Type="http://schemas.openxmlformats.org/officeDocument/2006/relationships/image" Target="/ppt/media/image59.png" Id="R48aeb39c1fe144ee" /><Relationship Type="http://schemas.openxmlformats.org/officeDocument/2006/relationships/notesSlide" Target="/ppt/notesSlides/notesSlide25.xml" Id="R1f605be7913d4299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e4ea518a596435f" /><Relationship Type="http://schemas.openxmlformats.org/officeDocument/2006/relationships/image" Target="/ppt/media/image60.png" Id="R36bf653d000f4d34" /><Relationship Type="http://schemas.openxmlformats.org/officeDocument/2006/relationships/image" Target="/ppt/media/image26.svg" Id="Rd3b45858e28046d8" /><Relationship Type="http://schemas.openxmlformats.org/officeDocument/2006/relationships/image" Target="/ppt/media/image61.png" Id="Red2141375aa648a5" /><Relationship Type="http://schemas.openxmlformats.org/officeDocument/2006/relationships/notesSlide" Target="/ppt/notesSlides/notesSlide26.xml" Id="R84f17ec5bdcc4218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ae5b91250df4a4f" /><Relationship Type="http://schemas.openxmlformats.org/officeDocument/2006/relationships/image" Target="/ppt/media/image62.png" Id="R58f0757da31b4794" /><Relationship Type="http://schemas.openxmlformats.org/officeDocument/2006/relationships/image" Target="/ppt/media/image27.svg" Id="R3a87041435a94b2f" /><Relationship Type="http://schemas.openxmlformats.org/officeDocument/2006/relationships/image" Target="/ppt/media/image63.png" Id="Rffed6387b56e46e4" /><Relationship Type="http://schemas.openxmlformats.org/officeDocument/2006/relationships/notesSlide" Target="/ppt/notesSlides/notesSlide27.xml" Id="R5fab115a7d2a438e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287411674d0451e" /><Relationship Type="http://schemas.openxmlformats.org/officeDocument/2006/relationships/image" Target="/ppt/media/image64.png" Id="Rd1c532deb48843a9" /><Relationship Type="http://schemas.openxmlformats.org/officeDocument/2006/relationships/image" Target="/ppt/media/image28.svg" Id="R3663dbf9fe93451a" /><Relationship Type="http://schemas.openxmlformats.org/officeDocument/2006/relationships/image" Target="/ppt/media/image65.png" Id="R7e39958835da4eb1" /><Relationship Type="http://schemas.openxmlformats.org/officeDocument/2006/relationships/notesSlide" Target="/ppt/notesSlides/notesSlide28.xml" Id="R5d287b1f52714a8f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6bfbee1a65e4bfa" /><Relationship Type="http://schemas.openxmlformats.org/officeDocument/2006/relationships/image" Target="/ppt/media/image66.png" Id="R285d68e874d64d57" /><Relationship Type="http://schemas.openxmlformats.org/officeDocument/2006/relationships/image" Target="/ppt/media/image29.svg" Id="Rf686d0d258ca4611" /><Relationship Type="http://schemas.openxmlformats.org/officeDocument/2006/relationships/image" Target="/ppt/media/image67.png" Id="Rf9e140389100477b" /><Relationship Type="http://schemas.openxmlformats.org/officeDocument/2006/relationships/notesSlide" Target="/ppt/notesSlides/notesSlide29.xml" Id="Rbf6f8a5bb63e440c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5d6f9e59f334b48" /><Relationship Type="http://schemas.openxmlformats.org/officeDocument/2006/relationships/image" Target="/ppt/media/image68.png" Id="R2e1abed27aa14029" /><Relationship Type="http://schemas.openxmlformats.org/officeDocument/2006/relationships/image" Target="/ppt/media/image30.svg" Id="Rc97a82f446e44cef" /><Relationship Type="http://schemas.openxmlformats.org/officeDocument/2006/relationships/image" Target="/ppt/media/image69.png" Id="Rc0eea72cee244fb8" /><Relationship Type="http://schemas.openxmlformats.org/officeDocument/2006/relationships/notesSlide" Target="/ppt/notesSlides/notesSlide30.xml" Id="Rd391784702104472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83fa51dde1e494e" /><Relationship Type="http://schemas.openxmlformats.org/officeDocument/2006/relationships/image" Target="/ppt/media/image70.png" Id="R4cb09881ea0f422e" /><Relationship Type="http://schemas.openxmlformats.org/officeDocument/2006/relationships/image" Target="/ppt/media/image31.svg" Id="R5c3f158a189a45d4" /><Relationship Type="http://schemas.openxmlformats.org/officeDocument/2006/relationships/image" Target="/ppt/media/image71.png" Id="R87d817b913c0495c" /><Relationship Type="http://schemas.openxmlformats.org/officeDocument/2006/relationships/notesSlide" Target="/ppt/notesSlides/notesSlide31.xml" Id="Re66d77bc8b5a4cf4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ca9f93f072845e2" /><Relationship Type="http://schemas.openxmlformats.org/officeDocument/2006/relationships/image" Target="/ppt/media/image72.png" Id="R8d7b54a4100547b4" /><Relationship Type="http://schemas.openxmlformats.org/officeDocument/2006/relationships/image" Target="/ppt/media/image32.svg" Id="R68f661f92db54c9a" /><Relationship Type="http://schemas.openxmlformats.org/officeDocument/2006/relationships/image" Target="/ppt/media/image73.png" Id="R8e77c25ddd6b4757" /><Relationship Type="http://schemas.openxmlformats.org/officeDocument/2006/relationships/notesSlide" Target="/ppt/notesSlides/notesSlide32.xml" Id="R4b81ab38f3054b0b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a0d38d04dea46c7" /><Relationship Type="http://schemas.openxmlformats.org/officeDocument/2006/relationships/image" Target="/ppt/media/image74.png" Id="Rcc99c9dc4843430d" /><Relationship Type="http://schemas.openxmlformats.org/officeDocument/2006/relationships/image" Target="/ppt/media/image33.svg" Id="R164713126a504303" /><Relationship Type="http://schemas.openxmlformats.org/officeDocument/2006/relationships/image" Target="/ppt/media/image75.png" Id="R0e23b2d2ddf144aa" /><Relationship Type="http://schemas.openxmlformats.org/officeDocument/2006/relationships/notesSlide" Target="/ppt/notesSlides/notesSlide33.xml" Id="Rdf32fe363f0a4b2e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5bbf99612c04560" /><Relationship Type="http://schemas.openxmlformats.org/officeDocument/2006/relationships/image" Target="/ppt/media/image76.png" Id="R77da18ca44084bc7" /><Relationship Type="http://schemas.openxmlformats.org/officeDocument/2006/relationships/image" Target="/ppt/media/image34.svg" Id="R52051b27eb194966" /><Relationship Type="http://schemas.openxmlformats.org/officeDocument/2006/relationships/notesSlide" Target="/ppt/notesSlides/notesSlide34.xml" Id="R106dc26ce37e4bd8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2e8d48d644f455e" /><Relationship Type="http://schemas.openxmlformats.org/officeDocument/2006/relationships/image" Target="/ppt/media/image77.png" Id="R416249e29ad7447b" /><Relationship Type="http://schemas.openxmlformats.org/officeDocument/2006/relationships/image" Target="/ppt/media/image35.svg" Id="R53fadff619504759" /><Relationship Type="http://schemas.openxmlformats.org/officeDocument/2006/relationships/image" Target="/ppt/media/image.jpeg" Id="R88186d5ccfb04147" /><Relationship Type="http://schemas.openxmlformats.org/officeDocument/2006/relationships/notesSlide" Target="/ppt/notesSlides/notesSlide35.xml" Id="Rff3dd253699c4e70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a08b4329f2949da" /><Relationship Type="http://schemas.openxmlformats.org/officeDocument/2006/relationships/image" Target="/ppt/media/image78.png" Id="R95226e199327438e" /><Relationship Type="http://schemas.openxmlformats.org/officeDocument/2006/relationships/image" Target="/ppt/media/image36.svg" Id="Rcfd0f4ed4afb4b7f" /><Relationship Type="http://schemas.openxmlformats.org/officeDocument/2006/relationships/image" Target="/ppt/media/image2.jpeg" Id="R2869222320004c54" /><Relationship Type="http://schemas.openxmlformats.org/officeDocument/2006/relationships/notesSlide" Target="/ppt/notesSlides/notesSlide36.xml" Id="Rc498876f42a0488d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fb432b980c8450b" /><Relationship Type="http://schemas.openxmlformats.org/officeDocument/2006/relationships/image" Target="/ppt/media/image79.png" Id="Rf261a9857f0e412b" /><Relationship Type="http://schemas.openxmlformats.org/officeDocument/2006/relationships/image" Target="/ppt/media/image37.svg" Id="Rdc053cd27bbd4fb6" /><Relationship Type="http://schemas.openxmlformats.org/officeDocument/2006/relationships/image" Target="/ppt/media/image3.jpeg" Id="R64fdeccef9d0476f" /><Relationship Type="http://schemas.openxmlformats.org/officeDocument/2006/relationships/notesSlide" Target="/ppt/notesSlides/notesSlide37.xml" Id="Rb17586c328844c7d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5bc03d91696455a" /><Relationship Type="http://schemas.openxmlformats.org/officeDocument/2006/relationships/image" Target="/ppt/media/image80.png" Id="R833f2cbcfa6747fc" /><Relationship Type="http://schemas.openxmlformats.org/officeDocument/2006/relationships/image" Target="/ppt/media/image38.svg" Id="Rb7eaa36b014d45d4" /><Relationship Type="http://schemas.openxmlformats.org/officeDocument/2006/relationships/image" Target="/ppt/media/image4.jpeg" Id="Rdc300fcbef874601" /><Relationship Type="http://schemas.openxmlformats.org/officeDocument/2006/relationships/notesSlide" Target="/ppt/notesSlides/notesSlide38.xml" Id="R40a5fdaf60da4591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346ed26c17a40e9" /><Relationship Type="http://schemas.openxmlformats.org/officeDocument/2006/relationships/image" Target="/ppt/media/image81.png" Id="R0fce4d91b97d4fd6" /><Relationship Type="http://schemas.openxmlformats.org/officeDocument/2006/relationships/image" Target="/ppt/media/image39.svg" Id="R78fdccc82bb843f7" /><Relationship Type="http://schemas.openxmlformats.org/officeDocument/2006/relationships/notesSlide" Target="/ppt/notesSlides/notesSlide39.xml" Id="R4707a7ab8df74c72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8c7bb1af35140d9" /><Relationship Type="http://schemas.openxmlformats.org/officeDocument/2006/relationships/image" Target="/ppt/media/image82.png" Id="R8dadf783d2de447f" /><Relationship Type="http://schemas.openxmlformats.org/officeDocument/2006/relationships/image" Target="/ppt/media/image40.svg" Id="R1ed202c50f29447d" /><Relationship Type="http://schemas.openxmlformats.org/officeDocument/2006/relationships/notesSlide" Target="/ppt/notesSlides/notesSlide40.xml" Id="Rcc677eae143845b1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96ffad3e17e4db2" /><Relationship Type="http://schemas.openxmlformats.org/officeDocument/2006/relationships/image" Target="/ppt/media/image83.png" Id="Rc53ea5075d204d86" /><Relationship Type="http://schemas.openxmlformats.org/officeDocument/2006/relationships/image" Target="/ppt/media/image41.svg" Id="R9d1db9848d114920" /><Relationship Type="http://schemas.openxmlformats.org/officeDocument/2006/relationships/image" Target="/ppt/media/image84.png" Id="R8c0e0f9f28574733" /><Relationship Type="http://schemas.openxmlformats.org/officeDocument/2006/relationships/notesSlide" Target="/ppt/notesSlides/notesSlide41.xml" Id="R5c8cb314ce9e4b79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1355dfabbd24ba3" /><Relationship Type="http://schemas.openxmlformats.org/officeDocument/2006/relationships/image" Target="/ppt/media/image85.png" Id="Re3827bc2c2514c32" /><Relationship Type="http://schemas.openxmlformats.org/officeDocument/2006/relationships/image" Target="/ppt/media/image42.svg" Id="Rcceec6eeff844e80" /><Relationship Type="http://schemas.openxmlformats.org/officeDocument/2006/relationships/notesSlide" Target="/ppt/notesSlides/notesSlide42.xml" Id="R7c7ad84d1d984406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0f9994f2b0f4a22" /><Relationship Type="http://schemas.openxmlformats.org/officeDocument/2006/relationships/image" Target="/ppt/media/image86.png" Id="R76238bc27bd340ff" /><Relationship Type="http://schemas.openxmlformats.org/officeDocument/2006/relationships/image" Target="/ppt/media/image43.svg" Id="Re0513eeb61db4ad4" /><Relationship Type="http://schemas.openxmlformats.org/officeDocument/2006/relationships/notesSlide" Target="/ppt/notesSlides/notesSlide43.xml" Id="Reca4ca09c3df4ff7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b06e80cdc414d6a" /><Relationship Type="http://schemas.openxmlformats.org/officeDocument/2006/relationships/image" Target="/ppt/media/image87.png" Id="Ra0c2f82adda7434f" /><Relationship Type="http://schemas.openxmlformats.org/officeDocument/2006/relationships/image" Target="/ppt/media/image44.svg" Id="R9d09743943a74b4d" /><Relationship Type="http://schemas.openxmlformats.org/officeDocument/2006/relationships/image" Target="/ppt/media/image5.jpeg" Id="Rb8b5e39a377344a0" /><Relationship Type="http://schemas.openxmlformats.org/officeDocument/2006/relationships/notesSlide" Target="/ppt/notesSlides/notesSlide44.xml" Id="R1a351eb256ea42d6" /></Relationships>
</file>

<file path=ppt/slides/_rels/slide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e84531c40b34a37" /><Relationship Type="http://schemas.openxmlformats.org/officeDocument/2006/relationships/image" Target="/ppt/media/image88.png" Id="R749c4777415b42c3" /><Relationship Type="http://schemas.openxmlformats.org/officeDocument/2006/relationships/image" Target="/ppt/media/image45.svg" Id="Rc39c062b02884f92" /><Relationship Type="http://schemas.openxmlformats.org/officeDocument/2006/relationships/notesSlide" Target="/ppt/notesSlides/notesSlide45.xml" Id="Ra03e600e80e44963" /></Relationships>
</file>

<file path=ppt/slides/_rels/slide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99c110c837a4558" /><Relationship Type="http://schemas.openxmlformats.org/officeDocument/2006/relationships/image" Target="/ppt/media/image89.png" Id="Re5e4584977414fd0" /><Relationship Type="http://schemas.openxmlformats.org/officeDocument/2006/relationships/image" Target="/ppt/media/image46.svg" Id="R2d8cdc9ba9c94090" /><Relationship Type="http://schemas.openxmlformats.org/officeDocument/2006/relationships/notesSlide" Target="/ppt/notesSlides/notesSlide46.xml" Id="R6327d5667fae4fef" /></Relationships>
</file>

<file path=ppt/slides/_rels/slide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523ff8643284c56" /><Relationship Type="http://schemas.openxmlformats.org/officeDocument/2006/relationships/image" Target="/ppt/media/image90.png" Id="R3d09274f46a04ec9" /><Relationship Type="http://schemas.openxmlformats.org/officeDocument/2006/relationships/image" Target="/ppt/media/image47.svg" Id="Rf94d5cfd4cae4aee" /><Relationship Type="http://schemas.openxmlformats.org/officeDocument/2006/relationships/image" Target="/ppt/media/image91.png" Id="Rf3545ed3049a47de" /><Relationship Type="http://schemas.openxmlformats.org/officeDocument/2006/relationships/notesSlide" Target="/ppt/notesSlides/notesSlide47.xml" Id="R8665ac09b0ef40e8" /></Relationships>
</file>

<file path=ppt/slides/_rels/slide4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7a63d79074d4ffc" /><Relationship Type="http://schemas.openxmlformats.org/officeDocument/2006/relationships/image" Target="/ppt/media/image92.png" Id="R85d5d4e4cdd24640" /><Relationship Type="http://schemas.openxmlformats.org/officeDocument/2006/relationships/image" Target="/ppt/media/image48.svg" Id="R606ca30893f44e8e" /><Relationship Type="http://schemas.openxmlformats.org/officeDocument/2006/relationships/image" Target="/ppt/media/image93.png" Id="Re86eebfe98ab4145" /><Relationship Type="http://schemas.openxmlformats.org/officeDocument/2006/relationships/notesSlide" Target="/ppt/notesSlides/notesSlide48.xml" Id="R3c177144efa542fd" /></Relationships>
</file>

<file path=ppt/slides/_rels/slide4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4232636be814ce3" /><Relationship Type="http://schemas.openxmlformats.org/officeDocument/2006/relationships/image" Target="/ppt/media/image94.png" Id="Radd6ed7b34b94d6a" /><Relationship Type="http://schemas.openxmlformats.org/officeDocument/2006/relationships/image" Target="/ppt/media/image49.svg" Id="R560fb5faacea4df1" /><Relationship Type="http://schemas.openxmlformats.org/officeDocument/2006/relationships/image" Target="/ppt/media/image95.png" Id="R1f77041b919e4e9b" /><Relationship Type="http://schemas.openxmlformats.org/officeDocument/2006/relationships/notesSlide" Target="/ppt/notesSlides/notesSlide49.xml" Id="Rafe5f82044cb43b5" /></Relationships>
</file>

<file path=ppt/slides/_rels/slide5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f0dc027619547a8" /><Relationship Type="http://schemas.openxmlformats.org/officeDocument/2006/relationships/image" Target="/ppt/media/image96.png" Id="Rc666de4e06764e3b" /><Relationship Type="http://schemas.openxmlformats.org/officeDocument/2006/relationships/image" Target="/ppt/media/image50.svg" Id="R73dcdd3669d14f48" /><Relationship Type="http://schemas.openxmlformats.org/officeDocument/2006/relationships/image" Target="/ppt/media/image97.png" Id="R1530873070d04769" /><Relationship Type="http://schemas.openxmlformats.org/officeDocument/2006/relationships/notesSlide" Target="/ppt/notesSlides/notesSlide50.xml" Id="Rcd709e3d4d3d4c1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6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4A2C640-DBD6-4B0F-AB27-71577D26238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138c1a39851451f">
            <a:extLst>
              <a:ext uri="{96DAC541-7B7A-43D3-8B79-37D633B846F1}">
                <asvg:svgBlip xmlns:asvg="http://schemas.microsoft.com/office/drawing/2016/SVG/main" r:embed="R393258ea4d214a22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38200" y="2247900"/>
            <a:ext cx="4438650" cy="913840"/>
          </a:xfrm>
          <a:prstGeom xmlns:a="http://schemas.openxmlformats.org/drawingml/2006/main" prst="rect">
            <a:avLst/>
          </a:prstGeom>
        </p:spPr>
      </p:pic>
      <p:sp>
        <p:nvSpPr>
          <p:cNvPr id="3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6418864D-7738-43D0-8328-1562EF9CB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543300"/>
            <a:ext cx="542925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2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defPPr>
            <a:lvl1pPr algn="l">
              <a:defRPr sz="32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1pPr>
            <a:lvl2pPr algn="l">
              <a:defRPr sz="32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2pPr>
            <a:lvl3pPr algn="l">
              <a:defRPr sz="32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3pPr>
            <a:lvl4pPr algn="l">
              <a:defRPr sz="32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4pPr>
            <a:lvl5pPr algn="l">
              <a:defRPr sz="32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5pPr>
            <a:lvl6pPr algn="l">
              <a:defRPr sz="32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6pPr>
            <a:lvl7pPr algn="l">
              <a:defRPr sz="32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7pPr>
            <a:lvl8pPr algn="l">
              <a:defRPr sz="32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8pPr>
            <a:lvl9pPr algn="l">
              <a:defRPr sz="32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2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pPr>
            <a:r>
              <a:rPr sz="3225" b="0">
                <a:solidFill>
                  <a:srgbClr val="132B2A"/>
                </a:solidFill>
                <a:latin typeface="Arial"/>
                <a:ea typeface="Arial"/>
                <a:cs typeface="Arial"/>
              </a:rPr>
              <a:t>Fechamento financeiro</a:t>
            </a:r>
          </a:p>
          <a:p xmlns:a="http://schemas.openxmlformats.org/drawingml/2006/main">
            <a:pPr algn="l">
              <a:defRPr sz="32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pPr>
            <a:r>
              <a:rPr sz="3225" b="0">
                <a:solidFill>
                  <a:srgbClr val="132B2A"/>
                </a:solidFill>
                <a:latin typeface="Arial"/>
                <a:ea typeface="Arial"/>
                <a:cs typeface="Arial"/>
              </a:rPr>
              <a:t>da Tarvo</a:t>
            </a:r>
          </a:p>
        </p:txBody>
      </p:sp>
      <p:sp>
        <p:nvSpPr>
          <p:cNvPr id="4" name="cover-period">
            <a:extLst xmlns:a="http://schemas.openxmlformats.org/drawingml/2006/main">
              <a:ext uri="{FF2B5EF4-FFF2-40B4-BE49-F238E27FC236}">
                <a16:creationId xmlns:a16="http://schemas.microsoft.com/office/drawing/2014/main" id="{E4F01C92-8BDF-44AF-A689-520128A71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753100"/>
            <a:ext cx="50482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defPPr>
            <a:lvl1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1pPr>
            <a:lvl2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2pPr>
            <a:lvl3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3pPr>
            <a:lvl4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4pPr>
            <a:lvl5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5pPr>
            <a:lvl6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6pPr>
            <a:lvl7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7pPr>
            <a:lvl8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8pPr>
            <a:lvl9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Setembro de 2026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5386841-3EBF-40D8-8D63-8EA5F2A8177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9e6fa2a8a554131"/>
          <a:srcRect xmlns:a="http://schemas.openxmlformats.org/drawingml/2006/main" l="18780" t="2580" r="11530" b="2950"/>
          <a:stretch xmlns:a="http://schemas.openxmlformats.org/drawingml/2006/main"/>
        </p:blipFill>
        <p:spPr>
          <a:xfrm xmlns:a="http://schemas.openxmlformats.org/drawingml/2006/main">
            <a:off x="7239000" y="1724025"/>
            <a:ext cx="3914775" cy="39814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176678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E45E622-1A55-4B60-9152-419D5C05195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96150bb4beb4cb6">
            <a:extLst>
              <a:ext uri="{96DAC541-7B7A-43D3-8B79-37D633B846F1}">
                <asvg:svgBlip xmlns:asvg="http://schemas.microsoft.com/office/drawing/2016/SVG/main" r:embed="R66a55d20a6ba412d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38200" y="485775"/>
            <a:ext cx="1000125" cy="205908"/>
          </a:xfrm>
          <a:prstGeom xmlns:a="http://schemas.openxmlformats.org/drawingml/2006/main" prst="rect">
            <a:avLst/>
          </a:prstGeom>
        </p:spPr>
      </p:pic>
      <p:sp>
        <p:nvSpPr>
          <p:cNvPr id="3" name="section">
            <a:extLst xmlns:a="http://schemas.openxmlformats.org/drawingml/2006/main">
              <a:ext uri="{FF2B5EF4-FFF2-40B4-BE49-F238E27FC236}">
                <a16:creationId xmlns:a16="http://schemas.microsoft.com/office/drawing/2014/main" id="{99D64B76-0BFE-4AD5-BBC5-C2BBB1C32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04825"/>
            <a:ext cx="3257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defPPr>
            <a:lvl1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1pPr>
            <a:lvl2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2pPr>
            <a:lvl3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3pPr>
            <a:lvl4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4pPr>
            <a:lvl5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5pPr>
            <a:lvl6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6pPr>
            <a:lvl7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7pPr>
            <a:lvl8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8pPr>
            <a:lvl9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pPr>
            <a:r>
              <a: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rPr>
              <a:t>CONTEXTO TARVO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C01946E5-A547-4A35-8A52-90026CC96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53175"/>
            <a:ext cx="304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defPPr>
            <a:lvl1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1pPr>
            <a:lvl2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2pPr>
            <a:lvl3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3pPr>
            <a:lvl4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4pPr>
            <a:lvl5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5pPr>
            <a:lvl6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6pPr>
            <a:lvl7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7pPr>
            <a:lvl8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8pPr>
            <a:lvl9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pPr>
            <a:r>
              <a: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rPr>
              <a:t>01</a:t>
            </a:r>
          </a:p>
        </p:txBody>
      </p:sp>
      <p:sp>
        <p:nvSpPr>
          <p:cNvPr id="5" name="client-introduction">
            <a:extLst xmlns:a="http://schemas.openxmlformats.org/drawingml/2006/main">
              <a:ext uri="{FF2B5EF4-FFF2-40B4-BE49-F238E27FC236}">
                <a16:creationId xmlns:a16="http://schemas.microsoft.com/office/drawing/2014/main" id="{FE47C1C0-AFD7-440A-BA16-FBA0F90E0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724025"/>
            <a:ext cx="4857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defPPr>
            <a:lvl1pPr algn="l">
              <a:defRPr sz="21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1pPr>
            <a:lvl2pPr algn="l">
              <a:defRPr sz="21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2pPr>
            <a:lvl3pPr algn="l">
              <a:defRPr sz="21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3pPr>
            <a:lvl4pPr algn="l">
              <a:defRPr sz="21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4pPr>
            <a:lvl5pPr algn="l">
              <a:defRPr sz="21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5pPr>
            <a:lvl6pPr algn="l">
              <a:defRPr sz="21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6pPr>
            <a:lvl7pPr algn="l">
              <a:defRPr sz="21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7pPr>
            <a:lvl8pPr algn="l">
              <a:defRPr sz="21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8pPr>
            <a:lvl9pPr algn="l">
              <a:defRPr sz="21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Essa é a</a:t>
            </a:r>
          </a:p>
        </p:txBody>
      </p:sp>
      <p:sp>
        <p:nvSpPr>
          <p:cNvPr id="6" name="tarvo-identification">
            <a:extLst xmlns:a="http://schemas.openxmlformats.org/drawingml/2006/main">
              <a:ext uri="{FF2B5EF4-FFF2-40B4-BE49-F238E27FC236}">
                <a16:creationId xmlns:a16="http://schemas.microsoft.com/office/drawing/2014/main" id="{389A5FB7-E138-4647-A6D7-B629805B1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86000"/>
            <a:ext cx="5238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66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defPPr>
            <a:lvl1pPr algn="l">
              <a:defRPr sz="66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1pPr>
            <a:lvl2pPr algn="l">
              <a:defRPr sz="66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2pPr>
            <a:lvl3pPr algn="l">
              <a:defRPr sz="66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3pPr>
            <a:lvl4pPr algn="l">
              <a:defRPr sz="66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4pPr>
            <a:lvl5pPr algn="l">
              <a:defRPr sz="66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5pPr>
            <a:lvl6pPr algn="l">
              <a:defRPr sz="66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6pPr>
            <a:lvl7pPr algn="l">
              <a:defRPr sz="66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7pPr>
            <a:lvl8pPr algn="l">
              <a:defRPr sz="66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8pPr>
            <a:lvl9pPr algn="l">
              <a:defRPr sz="66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66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pPr>
            <a:r>
              <a:rPr sz="6600" b="0">
                <a:solidFill>
                  <a:srgbClr val="132B2A"/>
                </a:solidFill>
                <a:latin typeface="Arial"/>
                <a:ea typeface="Arial"/>
                <a:cs typeface="Arial"/>
              </a:rPr>
              <a:t>Tarvo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B3CA4E-DE35-4A5F-AA77-29E1E856785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11de814223345e6"/>
          <a:srcRect xmlns:a="http://schemas.openxmlformats.org/drawingml/2006/main" l="18780" t="2580" r="11530" b="2950"/>
          <a:stretch xmlns:a="http://schemas.openxmlformats.org/drawingml/2006/main"/>
        </p:blipFill>
        <p:spPr>
          <a:xfrm xmlns:a="http://schemas.openxmlformats.org/drawingml/2006/main">
            <a:off x="7429500" y="2333625"/>
            <a:ext cx="3381375" cy="340042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771423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6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53F28C4-9C5B-4CAA-9265-0DBAC3D0E29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9864b0e34f04de4">
            <a:extLst>
              <a:ext uri="{96DAC541-7B7A-43D3-8B79-37D633B846F1}">
                <asvg:svgBlip xmlns:asvg="http://schemas.microsoft.com/office/drawing/2016/SVG/main" r:embed="R572e42cbfddd48f0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38200" y="485775"/>
            <a:ext cx="1000125" cy="205908"/>
          </a:xfrm>
          <a:prstGeom xmlns:a="http://schemas.openxmlformats.org/drawingml/2006/main" prst="rect">
            <a:avLst/>
          </a:prstGeom>
        </p:spPr>
      </p:pic>
      <p:sp>
        <p:nvSpPr>
          <p:cNvPr id="3" name="section">
            <a:extLst xmlns:a="http://schemas.openxmlformats.org/drawingml/2006/main">
              <a:ext uri="{FF2B5EF4-FFF2-40B4-BE49-F238E27FC236}">
                <a16:creationId xmlns:a16="http://schemas.microsoft.com/office/drawing/2014/main" id="{CF49E9E3-C803-4BE5-9F09-3F9504C55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04825"/>
            <a:ext cx="3257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defPPr>
            <a:lvl1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1pPr>
            <a:lvl2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2pPr>
            <a:lvl3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3pPr>
            <a:lvl4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4pPr>
            <a:lvl5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5pPr>
            <a:lvl6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6pPr>
            <a:lvl7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7pPr>
            <a:lvl8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8pPr>
            <a:lvl9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pPr>
            <a:r>
              <a: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rPr>
              <a:t>CONTEXTO TARVO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D2435D20-6668-4166-9A0C-16BB4145B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53175"/>
            <a:ext cx="304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defPPr>
            <a:lvl1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1pPr>
            <a:lvl2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2pPr>
            <a:lvl3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3pPr>
            <a:lvl4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4pPr>
            <a:lvl5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5pPr>
            <a:lvl6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6pPr>
            <a:lvl7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7pPr>
            <a:lvl8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8pPr>
            <a:lvl9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pPr>
            <a:r>
              <a: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rPr>
              <a:t>02</a:t>
            </a:r>
          </a:p>
        </p:txBody>
      </p:sp>
      <p:sp>
        <p:nvSpPr>
          <p:cNvPr id="5" name="client-introduction">
            <a:extLst xmlns:a="http://schemas.openxmlformats.org/drawingml/2006/main">
              <a:ext uri="{FF2B5EF4-FFF2-40B4-BE49-F238E27FC236}">
                <a16:creationId xmlns:a16="http://schemas.microsoft.com/office/drawing/2014/main" id="{A1F176F3-E115-4916-A132-5781DAB05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724025"/>
            <a:ext cx="4857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defPPr>
            <a:lvl1pPr algn="l">
              <a:defRPr sz="21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1pPr>
            <a:lvl2pPr algn="l">
              <a:defRPr sz="21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2pPr>
            <a:lvl3pPr algn="l">
              <a:defRPr sz="21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3pPr>
            <a:lvl4pPr algn="l">
              <a:defRPr sz="21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4pPr>
            <a:lvl5pPr algn="l">
              <a:defRPr sz="21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5pPr>
            <a:lvl6pPr algn="l">
              <a:defRPr sz="21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6pPr>
            <a:lvl7pPr algn="l">
              <a:defRPr sz="21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7pPr>
            <a:lvl8pPr algn="l">
              <a:defRPr sz="21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8pPr>
            <a:lvl9pPr algn="l">
              <a:defRPr sz="21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Essa é a</a:t>
            </a:r>
          </a:p>
        </p:txBody>
      </p:sp>
      <p:sp>
        <p:nvSpPr>
          <p:cNvPr id="6" name="tarvo-identification">
            <a:extLst xmlns:a="http://schemas.openxmlformats.org/drawingml/2006/main">
              <a:ext uri="{FF2B5EF4-FFF2-40B4-BE49-F238E27FC236}">
                <a16:creationId xmlns:a16="http://schemas.microsoft.com/office/drawing/2014/main" id="{C5495B1D-E4E6-4AA9-A0ED-ABD861D07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86000"/>
            <a:ext cx="5238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66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defPPr>
            <a:lvl1pPr algn="l">
              <a:defRPr sz="66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1pPr>
            <a:lvl2pPr algn="l">
              <a:defRPr sz="66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2pPr>
            <a:lvl3pPr algn="l">
              <a:defRPr sz="66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3pPr>
            <a:lvl4pPr algn="l">
              <a:defRPr sz="66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4pPr>
            <a:lvl5pPr algn="l">
              <a:defRPr sz="66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5pPr>
            <a:lvl6pPr algn="l">
              <a:defRPr sz="66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6pPr>
            <a:lvl7pPr algn="l">
              <a:defRPr sz="66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7pPr>
            <a:lvl8pPr algn="l">
              <a:defRPr sz="66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8pPr>
            <a:lvl9pPr algn="l">
              <a:defRPr sz="66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66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pPr>
            <a:r>
              <a:rPr sz="6600" b="0">
                <a:solidFill>
                  <a:srgbClr val="132B2A"/>
                </a:solidFill>
                <a:latin typeface="Arial"/>
                <a:ea typeface="Arial"/>
                <a:cs typeface="Arial"/>
              </a:rPr>
              <a:t>Tarvo</a:t>
            </a:r>
          </a:p>
        </p:txBody>
      </p:sp>
      <p:sp>
        <p:nvSpPr>
          <p:cNvPr id="7" name="opening-title">
            <a:extLst xmlns:a="http://schemas.openxmlformats.org/drawingml/2006/main">
              <a:ext uri="{FF2B5EF4-FFF2-40B4-BE49-F238E27FC236}">
                <a16:creationId xmlns:a16="http://schemas.microsoft.com/office/drawing/2014/main" id="{2615F98B-6A67-4314-9AB0-85E43F5AC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867150"/>
            <a:ext cx="5381625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5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defPPr>
            <a:lvl1pPr algn="l">
              <a:defRPr sz="35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1pPr>
            <a:lvl2pPr algn="l">
              <a:defRPr sz="35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2pPr>
            <a:lvl3pPr algn="l">
              <a:defRPr sz="35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3pPr>
            <a:lvl4pPr algn="l">
              <a:defRPr sz="35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4pPr>
            <a:lvl5pPr algn="l">
              <a:defRPr sz="35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5pPr>
            <a:lvl6pPr algn="l">
              <a:defRPr sz="35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6pPr>
            <a:lvl7pPr algn="l">
              <a:defRPr sz="35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7pPr>
            <a:lvl8pPr algn="l">
              <a:defRPr sz="35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8pPr>
            <a:lvl9pPr algn="l">
              <a:defRPr sz="35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5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pPr>
            <a:r>
              <a:rPr sz="3525" b="0">
                <a:solidFill>
                  <a:srgbClr val="1E6654"/>
                </a:solidFill>
                <a:latin typeface="Arial"/>
                <a:ea typeface="Arial"/>
                <a:cs typeface="Arial"/>
              </a:rPr>
              <a:t>3 frentes que</a:t>
            </a:r>
          </a:p>
          <a:p xmlns:a="http://schemas.openxmlformats.org/drawingml/2006/main">
            <a:pPr algn="l">
              <a:defRPr sz="35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pPr>
            <a:r>
              <a:rPr sz="3525" b="0">
                <a:solidFill>
                  <a:srgbClr val="1E6654"/>
                </a:solidFill>
                <a:latin typeface="Arial"/>
                <a:ea typeface="Arial"/>
                <a:cs typeface="Arial"/>
              </a:rPr>
              <a:t>não se conectam</a:t>
            </a:r>
          </a:p>
        </p:txBody>
      </p:sp>
      <p:sp>
        <p:nvSpPr>
          <p:cNvPr id="8" name="front-1">
            <a:extLst xmlns:a="http://schemas.openxmlformats.org/drawingml/2006/main">
              <a:ext uri="{FF2B5EF4-FFF2-40B4-BE49-F238E27FC236}">
                <a16:creationId xmlns:a16="http://schemas.microsoft.com/office/drawing/2014/main" id="{97182692-5227-4C32-AF0C-77659034F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181350"/>
            <a:ext cx="304800" cy="3048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A4B3A9"/>
            </a:solidFill>
          </a:ln>
        </p:spPr>
      </p:sp>
      <p:sp>
        <p:nvSpPr>
          <p:cNvPr id="9" name="front-2">
            <a:extLst xmlns:a="http://schemas.openxmlformats.org/drawingml/2006/main">
              <a:ext uri="{FF2B5EF4-FFF2-40B4-BE49-F238E27FC236}">
                <a16:creationId xmlns:a16="http://schemas.microsoft.com/office/drawing/2014/main" id="{961B6CF5-8B1C-4A8D-BB77-1DCECF548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3181350"/>
            <a:ext cx="304800" cy="3048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A4B3A9"/>
            </a:solidFill>
          </a:ln>
        </p:spPr>
      </p:sp>
      <p:sp>
        <p:nvSpPr>
          <p:cNvPr id="10" name="front-3">
            <a:extLst xmlns:a="http://schemas.openxmlformats.org/drawingml/2006/main">
              <a:ext uri="{FF2B5EF4-FFF2-40B4-BE49-F238E27FC236}">
                <a16:creationId xmlns:a16="http://schemas.microsoft.com/office/drawing/2014/main" id="{829F5D2E-24C5-48E5-858D-FD4F42A98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5667375"/>
            <a:ext cx="304800" cy="3048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A4B3A9"/>
            </a:solidFill>
          </a:ln>
        </p:spPr>
      </p:sp>
    </p:spTree>
    <p:extLst>
      <p:ext uri="{BB962C8B-B14F-4D97-AF65-F5344CB8AC3E}">
        <p14:creationId xmlns:p14="http://schemas.microsoft.com/office/powerpoint/2010/main" val="59173702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B86F456-6A22-4324-9D24-86E11D2F991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791eb96aae845dc">
            <a:extLst>
              <a:ext uri="{96DAC541-7B7A-43D3-8B79-37D633B846F1}">
                <asvg:svgBlip xmlns:asvg="http://schemas.microsoft.com/office/drawing/2016/SVG/main" r:embed="R13b7b0ea83a94206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38200" y="485775"/>
            <a:ext cx="1000125" cy="205908"/>
          </a:xfrm>
          <a:prstGeom xmlns:a="http://schemas.openxmlformats.org/drawingml/2006/main" prst="rect">
            <a:avLst/>
          </a:prstGeom>
        </p:spPr>
      </p:pic>
      <p:sp>
        <p:nvSpPr>
          <p:cNvPr id="3" name="section">
            <a:extLst xmlns:a="http://schemas.openxmlformats.org/drawingml/2006/main">
              <a:ext uri="{FF2B5EF4-FFF2-40B4-BE49-F238E27FC236}">
                <a16:creationId xmlns:a16="http://schemas.microsoft.com/office/drawing/2014/main" id="{BAE2AF74-0545-4155-B652-55BA494F4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04825"/>
            <a:ext cx="3257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defPPr>
            <a:lvl1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1pPr>
            <a:lvl2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2pPr>
            <a:lvl3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3pPr>
            <a:lvl4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4pPr>
            <a:lvl5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5pPr>
            <a:lvl6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6pPr>
            <a:lvl7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7pPr>
            <a:lvl8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8pPr>
            <a:lvl9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pPr>
            <a:r>
              <a: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rPr>
              <a:t>CONTEXTO TARVO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950B2155-BDFF-4F76-87F0-94CFE7D9E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53175"/>
            <a:ext cx="304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defPPr>
            <a:lvl1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1pPr>
            <a:lvl2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2pPr>
            <a:lvl3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3pPr>
            <a:lvl4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4pPr>
            <a:lvl5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5pPr>
            <a:lvl6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6pPr>
            <a:lvl7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7pPr>
            <a:lvl8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8pPr>
            <a:lvl9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pPr>
            <a:r>
              <a: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rPr>
              <a:t>03</a:t>
            </a:r>
          </a:p>
        </p:txBody>
      </p:sp>
      <p:sp>
        <p:nvSpPr>
          <p:cNvPr id="5" name="opening-title">
            <a:extLst xmlns:a="http://schemas.openxmlformats.org/drawingml/2006/main">
              <a:ext uri="{FF2B5EF4-FFF2-40B4-BE49-F238E27FC236}">
                <a16:creationId xmlns:a16="http://schemas.microsoft.com/office/drawing/2014/main" id="{5556FAB7-3C9B-49F2-BB86-BA5971AF9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171700"/>
            <a:ext cx="552450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6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defPPr>
            <a:lvl1pPr algn="l">
              <a:defRPr sz="36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1pPr>
            <a:lvl2pPr algn="l">
              <a:defRPr sz="36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2pPr>
            <a:lvl3pPr algn="l">
              <a:defRPr sz="36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3pPr>
            <a:lvl4pPr algn="l">
              <a:defRPr sz="36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4pPr>
            <a:lvl5pPr algn="l">
              <a:defRPr sz="36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5pPr>
            <a:lvl6pPr algn="l">
              <a:defRPr sz="36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6pPr>
            <a:lvl7pPr algn="l">
              <a:defRPr sz="36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7pPr>
            <a:lvl8pPr algn="l">
              <a:defRPr sz="36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8pPr>
            <a:lvl9pPr algn="l">
              <a:defRPr sz="36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6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pPr>
            <a:r>
              <a:rPr sz="3600" b="0">
                <a:solidFill>
                  <a:srgbClr val="1E6654"/>
                </a:solidFill>
                <a:latin typeface="Arial"/>
                <a:ea typeface="Arial"/>
                <a:cs typeface="Arial"/>
              </a:rPr>
              <a:t>Planilha</a:t>
            </a:r>
            <a:r>
              <a:rPr sz="3600" b="0">
                <a:solidFill>
                  <a:srgbClr val="132B2A"/>
                </a:solidFill>
                <a:latin typeface="Arial"/>
                <a:ea typeface="Arial"/>
                <a:cs typeface="Arial"/>
              </a:rPr>
              <a:t> com</a:t>
            </a:r>
          </a:p>
          <a:p xmlns:a="http://schemas.openxmlformats.org/drawingml/2006/main">
            <a:pPr algn="l">
              <a:defRPr sz="36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pPr>
            <a:r>
              <a:rPr sz="3600" b="0">
                <a:solidFill>
                  <a:srgbClr val="132B2A"/>
                </a:solidFill>
                <a:latin typeface="Arial"/>
                <a:ea typeface="Arial"/>
                <a:cs typeface="Arial"/>
              </a:rPr>
              <a:t>taxas e condições</a:t>
            </a:r>
          </a:p>
          <a:p xmlns:a="http://schemas.openxmlformats.org/drawingml/2006/main">
            <a:pPr algn="l">
              <a:defRPr sz="36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pPr>
            <a:r>
              <a:rPr sz="3600" b="0">
                <a:solidFill>
                  <a:srgbClr val="132B2A"/>
                </a:solidFill>
                <a:latin typeface="Arial"/>
                <a:ea typeface="Arial"/>
                <a:cs typeface="Arial"/>
              </a:rPr>
              <a:t>de </a:t>
            </a:r>
            <a:r>
              <a:rPr sz="3600" b="0">
                <a:solidFill>
                  <a:srgbClr val="1E6654"/>
                </a:solidFill>
                <a:latin typeface="Arial"/>
                <a:ea typeface="Arial"/>
                <a:cs typeface="Arial"/>
              </a:rPr>
              <a:t>cada lojista</a:t>
            </a:r>
          </a:p>
        </p:txBody>
      </p:sp>
      <p:sp>
        <p:nvSpPr>
          <p:cNvPr id="6" name="front-1">
            <a:extLst xmlns:a="http://schemas.openxmlformats.org/drawingml/2006/main">
              <a:ext uri="{FF2B5EF4-FFF2-40B4-BE49-F238E27FC236}">
                <a16:creationId xmlns:a16="http://schemas.microsoft.com/office/drawing/2014/main" id="{A2786648-634E-4D12-8D8A-4A5CD48D9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18135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6654"/>
          </a:solidFill>
          <a:ln xmlns:a="http://schemas.openxmlformats.org/drawingml/2006/main" w="12383">
            <a:solidFill>
              <a:srgbClr val="1E6654"/>
            </a:solidFill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425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 algn="ctr">
              <a:defRPr sz="1425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algn="ctr">
              <a:defRPr sz="1425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algn="ctr">
              <a:defRPr sz="1425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algn="ctr">
              <a:defRPr sz="1425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algn="ctr">
              <a:defRPr sz="1425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algn="ctr">
              <a:defRPr sz="1425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algn="ctr">
              <a:defRPr sz="1425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algn="ctr">
              <a:defRPr sz="1425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algn="ctr">
              <a:defRPr sz="1425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425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7" name="front-2">
            <a:extLst xmlns:a="http://schemas.openxmlformats.org/drawingml/2006/main">
              <a:ext uri="{FF2B5EF4-FFF2-40B4-BE49-F238E27FC236}">
                <a16:creationId xmlns:a16="http://schemas.microsoft.com/office/drawing/2014/main" id="{C03519FB-0DA1-4A2A-B895-90AFB62D5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3181350"/>
            <a:ext cx="304800" cy="3048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A4B3A9"/>
            </a:solidFill>
          </a:ln>
        </p:spPr>
      </p:sp>
      <p:sp>
        <p:nvSpPr>
          <p:cNvPr id="8" name="front-3">
            <a:extLst xmlns:a="http://schemas.openxmlformats.org/drawingml/2006/main">
              <a:ext uri="{FF2B5EF4-FFF2-40B4-BE49-F238E27FC236}">
                <a16:creationId xmlns:a16="http://schemas.microsoft.com/office/drawing/2014/main" id="{7918BD93-7254-4A1C-B32D-12F0FC45F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5667375"/>
            <a:ext cx="304800" cy="3048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A4B3A9"/>
            </a:solidFill>
          </a:ln>
        </p:spPr>
      </p:sp>
      <p:pic>
        <p:nvPic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C2A71BF-D531-48F7-8D97-37BA52CE4CF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d515337692d4353"/>
          <a:srcRect xmlns:a="http://schemas.openxmlformats.org/drawingml/2006/main" l="14160" t="6260" r="13740" b="3130"/>
          <a:stretch xmlns:a="http://schemas.openxmlformats.org/drawingml/2006/main"/>
        </p:blipFill>
        <p:spPr>
          <a:xfrm xmlns:a="http://schemas.openxmlformats.org/drawingml/2006/main">
            <a:off x="6572250" y="1590675"/>
            <a:ext cx="1905000" cy="1552575"/>
          </a:xfrm>
          <a:prstGeom xmlns:a="http://schemas.openxmlformats.org/drawingml/2006/main" prst="rect">
            <a:avLst/>
          </a:prstGeom>
        </p:spPr>
      </p:pic>
      <p:sp>
        <p:nvSpPr>
          <p:cNvPr id="10" name="front-label-1">
            <a:extLst xmlns:a="http://schemas.openxmlformats.org/drawingml/2006/main">
              <a:ext uri="{FF2B5EF4-FFF2-40B4-BE49-F238E27FC236}">
                <a16:creationId xmlns:a16="http://schemas.microsoft.com/office/drawing/2014/main" id="{3A8E9841-3C72-4BAB-AC76-C70C41F8E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1190625"/>
            <a:ext cx="2762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defPPr>
            <a:lvl1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1pPr>
            <a:lvl2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2pPr>
            <a:lvl3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3pPr>
            <a:lvl4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4pPr>
            <a:lvl5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5pPr>
            <a:lvl6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6pPr>
            <a:lvl7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7pPr>
            <a:lvl8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8pPr>
            <a:lvl9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Planilha de taxas</a:t>
            </a:r>
          </a:p>
        </p:txBody>
      </p:sp>
    </p:spTree>
    <p:extLst>
      <p:ext uri="{BB962C8B-B14F-4D97-AF65-F5344CB8AC3E}">
        <p14:creationId xmlns:p14="http://schemas.microsoft.com/office/powerpoint/2010/main" val="26059686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6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EE5962F-30B7-4ADD-858D-E36BD5BB7F3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aeab6f1b0d84da2">
            <a:extLst>
              <a:ext uri="{96DAC541-7B7A-43D3-8B79-37D633B846F1}">
                <asvg:svgBlip xmlns:asvg="http://schemas.microsoft.com/office/drawing/2016/SVG/main" r:embed="Rcce4f7f649ac48c8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38200" y="485775"/>
            <a:ext cx="1000125" cy="205908"/>
          </a:xfrm>
          <a:prstGeom xmlns:a="http://schemas.openxmlformats.org/drawingml/2006/main" prst="rect">
            <a:avLst/>
          </a:prstGeom>
        </p:spPr>
      </p:pic>
      <p:sp>
        <p:nvSpPr>
          <p:cNvPr id="3" name="section">
            <a:extLst xmlns:a="http://schemas.openxmlformats.org/drawingml/2006/main">
              <a:ext uri="{FF2B5EF4-FFF2-40B4-BE49-F238E27FC236}">
                <a16:creationId xmlns:a16="http://schemas.microsoft.com/office/drawing/2014/main" id="{8BAD06DA-5616-4638-93B1-608AA63A2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04825"/>
            <a:ext cx="3257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defPPr>
            <a:lvl1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1pPr>
            <a:lvl2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2pPr>
            <a:lvl3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3pPr>
            <a:lvl4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4pPr>
            <a:lvl5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5pPr>
            <a:lvl6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6pPr>
            <a:lvl7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7pPr>
            <a:lvl8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8pPr>
            <a:lvl9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pPr>
            <a:r>
              <a: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rPr>
              <a:t>CONTEXTO TARVO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CF06CFBE-4441-4514-9866-1C9F7BCDF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53175"/>
            <a:ext cx="304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defPPr>
            <a:lvl1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1pPr>
            <a:lvl2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2pPr>
            <a:lvl3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3pPr>
            <a:lvl4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4pPr>
            <a:lvl5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5pPr>
            <a:lvl6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6pPr>
            <a:lvl7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7pPr>
            <a:lvl8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8pPr>
            <a:lvl9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pPr>
            <a:r>
              <a: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rPr>
              <a:t>04</a:t>
            </a:r>
          </a:p>
        </p:txBody>
      </p:sp>
      <p:sp>
        <p:nvSpPr>
          <p:cNvPr id="5" name="opening-title">
            <a:extLst xmlns:a="http://schemas.openxmlformats.org/drawingml/2006/main">
              <a:ext uri="{FF2B5EF4-FFF2-40B4-BE49-F238E27FC236}">
                <a16:creationId xmlns:a16="http://schemas.microsoft.com/office/drawing/2014/main" id="{D8419AB6-50B9-492E-B4B4-539E88A85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62225"/>
            <a:ext cx="53816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6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defPPr>
            <a:lvl1pPr algn="l">
              <a:defRPr sz="36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1pPr>
            <a:lvl2pPr algn="l">
              <a:defRPr sz="36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2pPr>
            <a:lvl3pPr algn="l">
              <a:defRPr sz="36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3pPr>
            <a:lvl4pPr algn="l">
              <a:defRPr sz="36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4pPr>
            <a:lvl5pPr algn="l">
              <a:defRPr sz="36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5pPr>
            <a:lvl6pPr algn="l">
              <a:defRPr sz="36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6pPr>
            <a:lvl7pPr algn="l">
              <a:defRPr sz="36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7pPr>
            <a:lvl8pPr algn="l">
              <a:defRPr sz="36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8pPr>
            <a:lvl9pPr algn="l">
              <a:defRPr sz="36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6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pPr>
            <a:r>
              <a:rPr sz="3600" b="0">
                <a:solidFill>
                  <a:srgbClr val="132B2A"/>
                </a:solidFill>
                <a:latin typeface="Arial"/>
                <a:ea typeface="Arial"/>
                <a:cs typeface="Arial"/>
              </a:rPr>
              <a:t>O que foi </a:t>
            </a:r>
            <a:r>
              <a:rPr sz="3600" b="0">
                <a:solidFill>
                  <a:srgbClr val="1E6654"/>
                </a:solidFill>
                <a:latin typeface="Arial"/>
                <a:ea typeface="Arial"/>
                <a:cs typeface="Arial"/>
              </a:rPr>
              <a:t>cobrado</a:t>
            </a:r>
            <a:r>
              <a:rPr sz="3600" b="0">
                <a:solidFill>
                  <a:srgbClr val="132B2A"/>
                </a:solidFill>
                <a:latin typeface="Arial"/>
                <a:ea typeface="Arial"/>
                <a:cs typeface="Arial"/>
              </a:rPr>
              <a:t>?</a:t>
            </a:r>
          </a:p>
        </p:txBody>
      </p:sp>
      <p:sp>
        <p:nvSpPr>
          <p:cNvPr id="6" name="front-1">
            <a:extLst xmlns:a="http://schemas.openxmlformats.org/drawingml/2006/main">
              <a:ext uri="{FF2B5EF4-FFF2-40B4-BE49-F238E27FC236}">
                <a16:creationId xmlns:a16="http://schemas.microsoft.com/office/drawing/2014/main" id="{3F25F0EE-00FF-44E1-83AC-63C401ABA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18135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F1EC"/>
          </a:solidFill>
          <a:ln xmlns:a="http://schemas.openxmlformats.org/drawingml/2006/main" w="12383">
            <a:solidFill>
              <a:srgbClr val="1E6654"/>
            </a:solidFill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defPPr>
            <a:lvl1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lvl1pPr>
            <a:lvl2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lvl2pPr>
            <a:lvl3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lvl3pPr>
            <a:lvl4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lvl4pPr>
            <a:lvl5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lvl5pPr>
            <a:lvl6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lvl6pPr>
            <a:lvl7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lvl7pPr>
            <a:lvl8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lvl8pPr>
            <a:lvl9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pPr>
            <a:r>
              <a:rPr sz="1425">
                <a:solidFill>
                  <a:srgbClr val="1E6654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7" name="front-2">
            <a:extLst xmlns:a="http://schemas.openxmlformats.org/drawingml/2006/main">
              <a:ext uri="{FF2B5EF4-FFF2-40B4-BE49-F238E27FC236}">
                <a16:creationId xmlns:a16="http://schemas.microsoft.com/office/drawing/2014/main" id="{F4F97300-9B8F-4C99-B544-1A309589A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318135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6654"/>
          </a:solidFill>
          <a:ln xmlns:a="http://schemas.openxmlformats.org/drawingml/2006/main" w="12383">
            <a:solidFill>
              <a:srgbClr val="1E6654"/>
            </a:solidFill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425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 algn="ctr">
              <a:defRPr sz="1425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algn="ctr">
              <a:defRPr sz="1425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algn="ctr">
              <a:defRPr sz="1425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algn="ctr">
              <a:defRPr sz="1425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algn="ctr">
              <a:defRPr sz="1425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algn="ctr">
              <a:defRPr sz="1425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algn="ctr">
              <a:defRPr sz="1425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algn="ctr">
              <a:defRPr sz="1425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algn="ctr">
              <a:defRPr sz="1425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425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8" name="front-3">
            <a:extLst xmlns:a="http://schemas.openxmlformats.org/drawingml/2006/main">
              <a:ext uri="{FF2B5EF4-FFF2-40B4-BE49-F238E27FC236}">
                <a16:creationId xmlns:a16="http://schemas.microsoft.com/office/drawing/2014/main" id="{7D8B64AA-F73B-4A9C-A4B6-C40CD8C76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5667375"/>
            <a:ext cx="304800" cy="3048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A4B3A9"/>
            </a:solidFill>
          </a:ln>
        </p:spPr>
      </p:sp>
      <p:pic>
        <p:nvPic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B90E160-D25B-4504-9FFF-E8A564C8CC0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fbe833fff694268"/>
          <a:srcRect xmlns:a="http://schemas.openxmlformats.org/drawingml/2006/main" l="14160" t="6260" r="13740" b="3130"/>
          <a:stretch xmlns:a="http://schemas.openxmlformats.org/drawingml/2006/main"/>
        </p:blipFill>
        <p:spPr>
          <a:xfrm xmlns:a="http://schemas.openxmlformats.org/drawingml/2006/main">
            <a:off x="6572250" y="1590675"/>
            <a:ext cx="1905000" cy="1552575"/>
          </a:xfrm>
          <a:prstGeom xmlns:a="http://schemas.openxmlformats.org/drawingml/2006/main" prst="rect">
            <a:avLst/>
          </a:prstGeom>
        </p:spPr>
      </p:pic>
      <p:sp>
        <p:nvSpPr>
          <p:cNvPr id="10" name="front-label-1">
            <a:extLst xmlns:a="http://schemas.openxmlformats.org/drawingml/2006/main">
              <a:ext uri="{FF2B5EF4-FFF2-40B4-BE49-F238E27FC236}">
                <a16:creationId xmlns:a16="http://schemas.microsoft.com/office/drawing/2014/main" id="{4928568F-D609-4319-8473-7B5A3DBD5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1190625"/>
            <a:ext cx="2762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defPPr>
            <a:lvl1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1pPr>
            <a:lvl2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2pPr>
            <a:lvl3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3pPr>
            <a:lvl4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4pPr>
            <a:lvl5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5pPr>
            <a:lvl6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6pPr>
            <a:lvl7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7pPr>
            <a:lvl8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8pPr>
            <a:lvl9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Planilha de taxas</a:t>
            </a:r>
          </a:p>
        </p:txBody>
      </p:sp>
      <p:pic>
        <p:nvPic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64E3548-B084-4BDF-89BD-042D9EC05C3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da78bb465bc402e"/>
          <a:srcRect xmlns:a="http://schemas.openxmlformats.org/drawingml/2006/main" l="13950" t="4050" r="13810" b="5160"/>
          <a:stretch xmlns:a="http://schemas.openxmlformats.org/drawingml/2006/main"/>
        </p:blipFill>
        <p:spPr>
          <a:xfrm xmlns:a="http://schemas.openxmlformats.org/drawingml/2006/main">
            <a:off x="9525000" y="1590675"/>
            <a:ext cx="1905000" cy="1552575"/>
          </a:xfrm>
          <a:prstGeom xmlns:a="http://schemas.openxmlformats.org/drawingml/2006/main" prst="rect">
            <a:avLst/>
          </a:prstGeom>
        </p:spPr>
      </p:pic>
      <p:sp>
        <p:nvSpPr>
          <p:cNvPr id="12" name="front-label-2">
            <a:extLst xmlns:a="http://schemas.openxmlformats.org/drawingml/2006/main">
              <a:ext uri="{FF2B5EF4-FFF2-40B4-BE49-F238E27FC236}">
                <a16:creationId xmlns:a16="http://schemas.microsoft.com/office/drawing/2014/main" id="{CD8C1156-C97B-4E71-A154-ACDAC93CA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1190625"/>
            <a:ext cx="2762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defPPr>
            <a:lvl1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1pPr>
            <a:lvl2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2pPr>
            <a:lvl3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3pPr>
            <a:lvl4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4pPr>
            <a:lvl5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5pPr>
            <a:lvl6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6pPr>
            <a:lvl7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7pPr>
            <a:lvl8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8pPr>
            <a:lvl9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Relatórios e extratos</a:t>
            </a:r>
          </a:p>
        </p:txBody>
      </p:sp>
    </p:spTree>
    <p:extLst>
      <p:ext uri="{BB962C8B-B14F-4D97-AF65-F5344CB8AC3E}">
        <p14:creationId xmlns:p14="http://schemas.microsoft.com/office/powerpoint/2010/main" val="192167545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F0A9BA1-2A6E-422D-9FA6-A2004F0498C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da02f08ae32461a">
            <a:extLst>
              <a:ext uri="{96DAC541-7B7A-43D3-8B79-37D633B846F1}">
                <asvg:svgBlip xmlns:asvg="http://schemas.microsoft.com/office/drawing/2016/SVG/main" r:embed="R5df200dc1a4a4c0b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38200" y="485775"/>
            <a:ext cx="1000125" cy="205908"/>
          </a:xfrm>
          <a:prstGeom xmlns:a="http://schemas.openxmlformats.org/drawingml/2006/main" prst="rect">
            <a:avLst/>
          </a:prstGeom>
        </p:spPr>
      </p:pic>
      <p:sp>
        <p:nvSpPr>
          <p:cNvPr id="3" name="section">
            <a:extLst xmlns:a="http://schemas.openxmlformats.org/drawingml/2006/main">
              <a:ext uri="{FF2B5EF4-FFF2-40B4-BE49-F238E27FC236}">
                <a16:creationId xmlns:a16="http://schemas.microsoft.com/office/drawing/2014/main" id="{42356818-A091-4833-8170-35F2BC505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04825"/>
            <a:ext cx="3257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defPPr>
            <a:lvl1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1pPr>
            <a:lvl2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2pPr>
            <a:lvl3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3pPr>
            <a:lvl4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4pPr>
            <a:lvl5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5pPr>
            <a:lvl6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6pPr>
            <a:lvl7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7pPr>
            <a:lvl8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8pPr>
            <a:lvl9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pPr>
            <a:r>
              <a: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rPr>
              <a:t>CONTEXTO TARVO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54BE158D-2FB2-4051-AAC3-FD2E06DF8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53175"/>
            <a:ext cx="304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defPPr>
            <a:lvl1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1pPr>
            <a:lvl2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2pPr>
            <a:lvl3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3pPr>
            <a:lvl4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4pPr>
            <a:lvl5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5pPr>
            <a:lvl6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6pPr>
            <a:lvl7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7pPr>
            <a:lvl8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8pPr>
            <a:lvl9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pPr>
            <a:r>
              <a: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rPr>
              <a:t>05</a:t>
            </a:r>
          </a:p>
        </p:txBody>
      </p:sp>
      <p:sp>
        <p:nvSpPr>
          <p:cNvPr id="5" name="headline-first">
            <a:extLst xmlns:a="http://schemas.openxmlformats.org/drawingml/2006/main">
              <a:ext uri="{FF2B5EF4-FFF2-40B4-BE49-F238E27FC236}">
                <a16:creationId xmlns:a16="http://schemas.microsoft.com/office/drawing/2014/main" id="{2E545FD0-94B2-45D6-A809-551A517F5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190750"/>
            <a:ext cx="55245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defPPr>
            <a:lvl1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1pPr>
            <a:lvl2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2pPr>
            <a:lvl3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3pPr>
            <a:lvl4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4pPr>
            <a:lvl5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5pPr>
            <a:lvl6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6pPr>
            <a:lvl7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7pPr>
            <a:lvl8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8pPr>
            <a:lvl9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pPr>
            <a:r>
              <a:rPr sz="3750" b="0">
                <a:solidFill>
                  <a:srgbClr val="132B2A"/>
                </a:solidFill>
                <a:latin typeface="Arial"/>
                <a:ea typeface="Arial"/>
                <a:cs typeface="Arial"/>
              </a:rPr>
              <a:t>Entre pontas,</a:t>
            </a:r>
          </a:p>
        </p:txBody>
      </p:sp>
      <p:sp>
        <p:nvSpPr>
          <p:cNvPr id="6" name="headline-second">
            <a:extLst xmlns:a="http://schemas.openxmlformats.org/drawingml/2006/main">
              <a:ext uri="{FF2B5EF4-FFF2-40B4-BE49-F238E27FC236}">
                <a16:creationId xmlns:a16="http://schemas.microsoft.com/office/drawing/2014/main" id="{902DFD99-7E3E-4B63-B22B-11222F8CF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819400"/>
            <a:ext cx="55245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defPPr>
            <a:lvl1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1pPr>
            <a:lvl2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2pPr>
            <a:lvl3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3pPr>
            <a:lvl4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4pPr>
            <a:lvl5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5pPr>
            <a:lvl6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6pPr>
            <a:lvl7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7pPr>
            <a:lvl8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8pPr>
            <a:lvl9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pPr>
            <a:r>
              <a:rPr sz="3750" b="0">
                <a:solidFill>
                  <a:srgbClr val="1E6654"/>
                </a:solidFill>
                <a:latin typeface="Arial"/>
                <a:ea typeface="Arial"/>
                <a:cs typeface="Arial"/>
              </a:rPr>
              <a:t>uma única pessoa</a:t>
            </a:r>
          </a:p>
        </p:txBody>
      </p:sp>
      <p:cxnSp>
        <p:nvCxnSpPr>
          <p:cNvPr id="7" name="triangle-top">
            <a:extLst xmlns:a="http://schemas.openxmlformats.org/drawingml/2006/main">
              <a:ext uri="{FF2B5EF4-FFF2-40B4-BE49-F238E27FC236}">
                <a16:creationId xmlns:a16="http://schemas.microsoft.com/office/drawing/2014/main" id="{8FADD6C8-3066-4D03-9570-196F450DAD8C}"/>
              </a:ext>
            </a:extLst>
          </p:cNvPr>
          <p:cNvCxnSpPr/>
          <p:nvPr/>
        </p:nvCxnSpPr>
        <p:spPr>
          <a:xfrm xmlns:a="http://schemas.openxmlformats.org/drawingml/2006/main">
            <a:off x="7524750" y="3333750"/>
            <a:ext cx="2952750" cy="0"/>
          </a:xfrm>
          <a:prstGeom xmlns:a="http://schemas.openxmlformats.org/drawingml/2006/main" prst="straightConnector1">
            <a:avLst/>
          </a:prstGeom>
          <a:ln xmlns:a="http://schemas.openxmlformats.org/drawingml/2006/main" w="12383">
            <a:solidFill>
              <a:srgbClr val="D7DFDA"/>
            </a:solidFill>
            <a:prstDash val="solid"/>
          </a:ln>
        </p:spPr>
      </p:cxnSp>
      <p:cxnSp>
        <p:nvCxnSpPr>
          <p:cNvPr id="8" name="triangle-left">
            <a:extLst xmlns:a="http://schemas.openxmlformats.org/drawingml/2006/main">
              <a:ext uri="{FF2B5EF4-FFF2-40B4-BE49-F238E27FC236}">
                <a16:creationId xmlns:a16="http://schemas.microsoft.com/office/drawing/2014/main" id="{601AAE0A-5813-454F-9590-B478C7D1F816}"/>
              </a:ext>
            </a:extLst>
          </p:cNvPr>
          <p:cNvCxnSpPr/>
          <p:nvPr/>
        </p:nvCxnSpPr>
        <p:spPr>
          <a:xfrm xmlns:a="http://schemas.openxmlformats.org/drawingml/2006/main">
            <a:off x="7524750" y="3333750"/>
            <a:ext cx="1476375" cy="2486025"/>
          </a:xfrm>
          <a:prstGeom xmlns:a="http://schemas.openxmlformats.org/drawingml/2006/main" prst="straightConnector1">
            <a:avLst/>
          </a:prstGeom>
          <a:ln xmlns:a="http://schemas.openxmlformats.org/drawingml/2006/main" w="12383">
            <a:solidFill>
              <a:srgbClr val="D7DFDA"/>
            </a:solidFill>
            <a:prstDash val="solid"/>
          </a:ln>
        </p:spPr>
      </p:cxnSp>
      <p:sp>
        <p:nvSpPr>
          <p:cNvPr id="9" name="triangle-right">
            <a:extLst xmlns:a="http://schemas.openxmlformats.org/drawingml/2006/main">
              <a:ext uri="{FF2B5EF4-FFF2-40B4-BE49-F238E27FC236}">
                <a16:creationId xmlns:a16="http://schemas.microsoft.com/office/drawing/2014/main" id="{AD13E28B-6583-4BE6-A81F-AE78DBD87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1125" y="3333750"/>
            <a:ext cx="1476375" cy="2486025"/>
          </a:xfrm>
          <a:custGeom xmlns:a="http://schemas.openxmlformats.org/drawingml/2006/main">
            <a:pathLst>
              <a:path w="1476375" h="2486025">
                <a:moveTo>
                  <a:pt x="1476375" y="0"/>
                </a:moveTo>
                <a:lnTo>
                  <a:pt x="0" y="2486025"/>
                </a:lnTo>
              </a:path>
            </a:pathLst>
          </a:custGeom>
          <a:noFill xmlns:a="http://schemas.openxmlformats.org/drawingml/2006/main"/>
          <a:ln xmlns:a="http://schemas.openxmlformats.org/drawingml/2006/main" w="12383">
            <a:solidFill>
              <a:srgbClr val="D7DFDA"/>
            </a:solidFill>
            <a:prstDash val="solid"/>
          </a:ln>
        </p:spPr>
      </p:sp>
      <p:cxnSp>
        <p:nvCxnSpPr>
          <p:cNvPr id="10" name="helena-context">
            <a:extLst xmlns:a="http://schemas.openxmlformats.org/drawingml/2006/main">
              <a:ext uri="{FF2B5EF4-FFF2-40B4-BE49-F238E27FC236}">
                <a16:creationId xmlns:a16="http://schemas.microsoft.com/office/drawing/2014/main" id="{4F390745-6893-402B-AEA2-B22E84CC201B}"/>
              </a:ext>
            </a:extLst>
          </p:cNvPr>
          <p:cNvCxnSpPr/>
          <p:nvPr/>
        </p:nvCxnSpPr>
        <p:spPr>
          <a:xfrm xmlns:a="http://schemas.openxmlformats.org/drawingml/2006/main">
            <a:off x="9001125" y="4638675"/>
            <a:ext cx="0" cy="1019175"/>
          </a:xfrm>
          <a:prstGeom xmlns:a="http://schemas.openxmlformats.org/drawingml/2006/main" prst="straightConnector1">
            <a:avLst/>
          </a:prstGeom>
          <a:ln xmlns:a="http://schemas.openxmlformats.org/drawingml/2006/main" w="12383">
            <a:solidFill>
              <a:srgbClr val="A4B3A9"/>
            </a:solidFill>
            <a:prstDash val="dash"/>
          </a:ln>
        </p:spPr>
      </p:cxnSp>
      <p:sp>
        <p:nvSpPr>
          <p:cNvPr id="11" name="front-1">
            <a:extLst xmlns:a="http://schemas.openxmlformats.org/drawingml/2006/main">
              <a:ext uri="{FF2B5EF4-FFF2-40B4-BE49-F238E27FC236}">
                <a16:creationId xmlns:a16="http://schemas.microsoft.com/office/drawing/2014/main" id="{3964F83B-55EC-4A72-A366-7682A4E1D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18135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F1EC"/>
          </a:solidFill>
          <a:ln xmlns:a="http://schemas.openxmlformats.org/drawingml/2006/main" w="12383">
            <a:solidFill>
              <a:srgbClr val="1E6654"/>
            </a:solidFill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defPPr>
            <a:lvl1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lvl1pPr>
            <a:lvl2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lvl2pPr>
            <a:lvl3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lvl3pPr>
            <a:lvl4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lvl4pPr>
            <a:lvl5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lvl5pPr>
            <a:lvl6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lvl6pPr>
            <a:lvl7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lvl7pPr>
            <a:lvl8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lvl8pPr>
            <a:lvl9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pPr>
            <a:r>
              <a:rPr sz="1425">
                <a:solidFill>
                  <a:srgbClr val="1E6654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2" name="front-2">
            <a:extLst xmlns:a="http://schemas.openxmlformats.org/drawingml/2006/main">
              <a:ext uri="{FF2B5EF4-FFF2-40B4-BE49-F238E27FC236}">
                <a16:creationId xmlns:a16="http://schemas.microsoft.com/office/drawing/2014/main" id="{8593DF72-17CD-4ED4-90A8-7DB6F7488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318135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F1EC"/>
          </a:solidFill>
          <a:ln xmlns:a="http://schemas.openxmlformats.org/drawingml/2006/main" w="12383">
            <a:solidFill>
              <a:srgbClr val="1E6654"/>
            </a:solidFill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defPPr>
            <a:lvl1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lvl1pPr>
            <a:lvl2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lvl2pPr>
            <a:lvl3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lvl3pPr>
            <a:lvl4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lvl4pPr>
            <a:lvl5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lvl5pPr>
            <a:lvl6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lvl6pPr>
            <a:lvl7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lvl7pPr>
            <a:lvl8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lvl8pPr>
            <a:lvl9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pPr>
            <a:r>
              <a:rPr sz="1425">
                <a:solidFill>
                  <a:srgbClr val="1E6654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3" name="front-3">
            <a:extLst xmlns:a="http://schemas.openxmlformats.org/drawingml/2006/main">
              <a:ext uri="{FF2B5EF4-FFF2-40B4-BE49-F238E27FC236}">
                <a16:creationId xmlns:a16="http://schemas.microsoft.com/office/drawing/2014/main" id="{3AE09AF3-FEA1-40B2-AA8F-F5F89556E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5667375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6654"/>
          </a:solidFill>
          <a:ln xmlns:a="http://schemas.openxmlformats.org/drawingml/2006/main" w="12383">
            <a:solidFill>
              <a:srgbClr val="1E6654"/>
            </a:solidFill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425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 algn="ctr">
              <a:defRPr sz="1425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algn="ctr">
              <a:defRPr sz="1425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algn="ctr">
              <a:defRPr sz="1425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algn="ctr">
              <a:defRPr sz="1425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algn="ctr">
              <a:defRPr sz="1425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algn="ctr">
              <a:defRPr sz="1425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algn="ctr">
              <a:defRPr sz="1425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algn="ctr">
              <a:defRPr sz="1425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algn="ctr">
              <a:defRPr sz="1425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425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pic>
        <p:nvPic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B99D9BE-FFC1-4F8F-B367-D318F85F48A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41499fb6e8b4643"/>
          <a:srcRect xmlns:a="http://schemas.openxmlformats.org/drawingml/2006/main" l="14160" t="6260" r="13740" b="3130"/>
          <a:stretch xmlns:a="http://schemas.openxmlformats.org/drawingml/2006/main"/>
        </p:blipFill>
        <p:spPr>
          <a:xfrm xmlns:a="http://schemas.openxmlformats.org/drawingml/2006/main">
            <a:off x="6572250" y="1590675"/>
            <a:ext cx="1905000" cy="1552575"/>
          </a:xfrm>
          <a:prstGeom xmlns:a="http://schemas.openxmlformats.org/drawingml/2006/main" prst="rect">
            <a:avLst/>
          </a:prstGeom>
        </p:spPr>
      </p:pic>
      <p:sp>
        <p:nvSpPr>
          <p:cNvPr id="15" name="front-label-1">
            <a:extLst xmlns:a="http://schemas.openxmlformats.org/drawingml/2006/main">
              <a:ext uri="{FF2B5EF4-FFF2-40B4-BE49-F238E27FC236}">
                <a16:creationId xmlns:a16="http://schemas.microsoft.com/office/drawing/2014/main" id="{9DBA9DE2-8352-41E4-9FF0-74981F03B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1190625"/>
            <a:ext cx="2762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defPPr>
            <a:lvl1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1pPr>
            <a:lvl2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2pPr>
            <a:lvl3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3pPr>
            <a:lvl4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4pPr>
            <a:lvl5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5pPr>
            <a:lvl6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6pPr>
            <a:lvl7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7pPr>
            <a:lvl8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8pPr>
            <a:lvl9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Planilha de taxas</a:t>
            </a:r>
          </a:p>
        </p:txBody>
      </p:sp>
      <p:pic>
        <p:nvPic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8FDEA59-3154-433F-ABC9-95D5AEDDE61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f3fd08ee42c4ac9"/>
          <a:srcRect xmlns:a="http://schemas.openxmlformats.org/drawingml/2006/main" l="13950" t="4050" r="13810" b="5160"/>
          <a:stretch xmlns:a="http://schemas.openxmlformats.org/drawingml/2006/main"/>
        </p:blipFill>
        <p:spPr>
          <a:xfrm xmlns:a="http://schemas.openxmlformats.org/drawingml/2006/main">
            <a:off x="9525000" y="1590675"/>
            <a:ext cx="1905000" cy="1552575"/>
          </a:xfrm>
          <a:prstGeom xmlns:a="http://schemas.openxmlformats.org/drawingml/2006/main" prst="rect">
            <a:avLst/>
          </a:prstGeom>
        </p:spPr>
      </p:pic>
      <p:sp>
        <p:nvSpPr>
          <p:cNvPr id="17" name="front-label-2">
            <a:extLst xmlns:a="http://schemas.openxmlformats.org/drawingml/2006/main">
              <a:ext uri="{FF2B5EF4-FFF2-40B4-BE49-F238E27FC236}">
                <a16:creationId xmlns:a16="http://schemas.microsoft.com/office/drawing/2014/main" id="{104083A5-72B0-415A-A78F-630056D59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1190625"/>
            <a:ext cx="2762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defPPr>
            <a:lvl1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1pPr>
            <a:lvl2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2pPr>
            <a:lvl3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3pPr>
            <a:lvl4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4pPr>
            <a:lvl5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5pPr>
            <a:lvl6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6pPr>
            <a:lvl7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7pPr>
            <a:lvl8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8pPr>
            <a:lvl9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Relatórios e extratos</a:t>
            </a:r>
          </a:p>
        </p:txBody>
      </p:sp>
      <p:pic>
        <p:nvPic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D38BAA4-A946-4548-929E-2D687D7E70F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1df61f2a6ad46df"/>
          <a:srcRect xmlns:a="http://schemas.openxmlformats.org/drawingml/2006/main" l="8700" t="7640" r="6220" b="6910"/>
          <a:stretch xmlns:a="http://schemas.openxmlformats.org/drawingml/2006/main"/>
        </p:blipFill>
        <p:spPr>
          <a:xfrm xmlns:a="http://schemas.openxmlformats.org/drawingml/2006/main">
            <a:off x="8096250" y="4676775"/>
            <a:ext cx="1809750" cy="990600"/>
          </a:xfrm>
          <a:prstGeom xmlns:a="http://schemas.openxmlformats.org/drawingml/2006/main" prst="rect">
            <a:avLst/>
          </a:prstGeom>
        </p:spPr>
      </p:pic>
      <p:sp>
        <p:nvSpPr>
          <p:cNvPr id="19" name="front-label-3">
            <a:extLst xmlns:a="http://schemas.openxmlformats.org/drawingml/2006/main">
              <a:ext uri="{FF2B5EF4-FFF2-40B4-BE49-F238E27FC236}">
                <a16:creationId xmlns:a16="http://schemas.microsoft.com/office/drawing/2014/main" id="{4D60EB85-12C7-4500-8101-2DBAEDF92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6134100"/>
            <a:ext cx="2762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defPPr>
            <a:lvl1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1pPr>
            <a:lvl2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2pPr>
            <a:lvl3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3pPr>
            <a:lvl4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4pPr>
            <a:lvl5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5pPr>
            <a:lvl6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6pPr>
            <a:lvl7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7pPr>
            <a:lvl8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8pPr>
            <a:lvl9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Contexto e exceções</a:t>
            </a:r>
          </a:p>
        </p:txBody>
      </p:sp>
      <p:sp>
        <p:nvSpPr>
          <p:cNvPr id="20" name="helena">
            <a:extLst xmlns:a="http://schemas.openxmlformats.org/drawingml/2006/main">
              <a:ext uri="{FF2B5EF4-FFF2-40B4-BE49-F238E27FC236}">
                <a16:creationId xmlns:a16="http://schemas.microsoft.com/office/drawing/2014/main" id="{70769FE3-5277-4927-AF83-569AF2C4A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0525" y="4048125"/>
            <a:ext cx="198120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300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defPPr>
            <a:lvl1pPr algn="ctr">
              <a:defRPr sz="300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1pPr>
            <a:lvl2pPr algn="ctr">
              <a:defRPr sz="300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2pPr>
            <a:lvl3pPr algn="ctr">
              <a:defRPr sz="300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3pPr>
            <a:lvl4pPr algn="ctr">
              <a:defRPr sz="300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4pPr>
            <a:lvl5pPr algn="ctr">
              <a:defRPr sz="300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5pPr>
            <a:lvl6pPr algn="ctr">
              <a:defRPr sz="300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6pPr>
            <a:lvl7pPr algn="ctr">
              <a:defRPr sz="300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7pPr>
            <a:lvl8pPr algn="ctr">
              <a:defRPr sz="300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8pPr>
            <a:lvl9pPr algn="ctr">
              <a:defRPr sz="300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300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pPr>
            <a:r>
              <a:rPr sz="3000" b="0">
                <a:solidFill>
                  <a:srgbClr val="1E6654"/>
                </a:solidFill>
                <a:latin typeface="Arial"/>
                <a:ea typeface="Arial"/>
                <a:cs typeface="Arial"/>
              </a:rPr>
              <a:t>Helena</a:t>
            </a:r>
          </a:p>
        </p:txBody>
      </p:sp>
    </p:spTree>
    <p:extLst>
      <p:ext uri="{BB962C8B-B14F-4D97-AF65-F5344CB8AC3E}">
        <p14:creationId xmlns:p14="http://schemas.microsoft.com/office/powerpoint/2010/main" val="146343841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6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D93B3BB-4611-4503-8358-91CABC96D38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84b0da190b4639">
            <a:extLst>
              <a:ext uri="{96DAC541-7B7A-43D3-8B79-37D633B846F1}">
                <asvg:svgBlip xmlns:asvg="http://schemas.microsoft.com/office/drawing/2016/SVG/main" r:embed="Rd76b34b816154d24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38200" y="485775"/>
            <a:ext cx="1000125" cy="205908"/>
          </a:xfrm>
          <a:prstGeom xmlns:a="http://schemas.openxmlformats.org/drawingml/2006/main" prst="rect">
            <a:avLst/>
          </a:prstGeom>
        </p:spPr>
      </p:pic>
      <p:sp>
        <p:nvSpPr>
          <p:cNvPr id="3" name="section">
            <a:extLst xmlns:a="http://schemas.openxmlformats.org/drawingml/2006/main">
              <a:ext uri="{FF2B5EF4-FFF2-40B4-BE49-F238E27FC236}">
                <a16:creationId xmlns:a16="http://schemas.microsoft.com/office/drawing/2014/main" id="{76AF1440-9C4A-499B-A931-4BD2C5EE8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04825"/>
            <a:ext cx="3257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defPPr>
            <a:lvl1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1pPr>
            <a:lvl2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2pPr>
            <a:lvl3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3pPr>
            <a:lvl4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4pPr>
            <a:lvl5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5pPr>
            <a:lvl6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6pPr>
            <a:lvl7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7pPr>
            <a:lvl8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8pPr>
            <a:lvl9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pPr>
            <a:r>
              <a: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rPr>
              <a:t>CONTEXTO TARVO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1EC7B604-1B48-4AE1-AFC9-A5534A1D9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53175"/>
            <a:ext cx="304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defPPr>
            <a:lvl1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1pPr>
            <a:lvl2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2pPr>
            <a:lvl3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3pPr>
            <a:lvl4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4pPr>
            <a:lvl5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5pPr>
            <a:lvl6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6pPr>
            <a:lvl7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7pPr>
            <a:lvl8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8pPr>
            <a:lvl9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pPr>
            <a:r>
              <a: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rPr>
              <a:t>06</a:t>
            </a:r>
          </a:p>
        </p:txBody>
      </p:sp>
      <p:sp>
        <p:nvSpPr>
          <p:cNvPr id="5" name="headline-first">
            <a:extLst xmlns:a="http://schemas.openxmlformats.org/drawingml/2006/main">
              <a:ext uri="{FF2B5EF4-FFF2-40B4-BE49-F238E27FC236}">
                <a16:creationId xmlns:a16="http://schemas.microsoft.com/office/drawing/2014/main" id="{57C1D119-C798-4315-9D9A-9A99C45C6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266825"/>
            <a:ext cx="1000125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defPPr>
            <a:lvl1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1pPr>
            <a:lvl2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2pPr>
            <a:lvl3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3pPr>
            <a:lvl4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4pPr>
            <a:lvl5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5pPr>
            <a:lvl6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6pPr>
            <a:lvl7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7pPr>
            <a:lvl8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8pPr>
            <a:lvl9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pPr>
            <a:r>
              <a:rPr sz="3750" b="0">
                <a:solidFill>
                  <a:srgbClr val="132B2A"/>
                </a:solidFill>
                <a:latin typeface="Arial"/>
                <a:ea typeface="Arial"/>
                <a:cs typeface="Arial"/>
              </a:rPr>
              <a:t>No fim do mês</a:t>
            </a:r>
          </a:p>
        </p:txBody>
      </p:sp>
      <p:cxnSp>
        <p:nvCxnSpPr>
          <p:cNvPr id="6" name="triangle-top">
            <a:extLst xmlns:a="http://schemas.openxmlformats.org/drawingml/2006/main">
              <a:ext uri="{FF2B5EF4-FFF2-40B4-BE49-F238E27FC236}">
                <a16:creationId xmlns:a16="http://schemas.microsoft.com/office/drawing/2014/main" id="{96C55AE0-5916-4BC6-9334-CC0489156AE5}"/>
              </a:ext>
            </a:extLst>
          </p:cNvPr>
          <p:cNvCxnSpPr/>
          <p:nvPr/>
        </p:nvCxnSpPr>
        <p:spPr>
          <a:xfrm xmlns:a="http://schemas.openxmlformats.org/drawingml/2006/main">
            <a:off x="1695450" y="3476625"/>
            <a:ext cx="2895600" cy="0"/>
          </a:xfrm>
          <a:prstGeom xmlns:a="http://schemas.openxmlformats.org/drawingml/2006/main" prst="straightConnector1">
            <a:avLst/>
          </a:prstGeom>
          <a:ln xmlns:a="http://schemas.openxmlformats.org/drawingml/2006/main" w="12383">
            <a:solidFill>
              <a:srgbClr val="D7DFDA"/>
            </a:solidFill>
            <a:prstDash val="solid"/>
          </a:ln>
        </p:spPr>
      </p:cxnSp>
      <p:cxnSp>
        <p:nvCxnSpPr>
          <p:cNvPr id="7" name="triangle-left">
            <a:extLst xmlns:a="http://schemas.openxmlformats.org/drawingml/2006/main">
              <a:ext uri="{FF2B5EF4-FFF2-40B4-BE49-F238E27FC236}">
                <a16:creationId xmlns:a16="http://schemas.microsoft.com/office/drawing/2014/main" id="{9CE6D645-D0CB-4A98-A3FA-D749C43A24B1}"/>
              </a:ext>
            </a:extLst>
          </p:cNvPr>
          <p:cNvCxnSpPr/>
          <p:nvPr/>
        </p:nvCxnSpPr>
        <p:spPr>
          <a:xfrm xmlns:a="http://schemas.openxmlformats.org/drawingml/2006/main">
            <a:off x="1695450" y="3476625"/>
            <a:ext cx="1447800" cy="2257425"/>
          </a:xfrm>
          <a:prstGeom xmlns:a="http://schemas.openxmlformats.org/drawingml/2006/main" prst="straightConnector1">
            <a:avLst/>
          </a:prstGeom>
          <a:ln xmlns:a="http://schemas.openxmlformats.org/drawingml/2006/main" w="12383">
            <a:solidFill>
              <a:srgbClr val="D7DFDA"/>
            </a:solidFill>
            <a:prstDash val="solid"/>
          </a:ln>
        </p:spPr>
      </p:cxnSp>
      <p:sp>
        <p:nvSpPr>
          <p:cNvPr id="8" name="triangle-right">
            <a:extLst xmlns:a="http://schemas.openxmlformats.org/drawingml/2006/main">
              <a:ext uri="{FF2B5EF4-FFF2-40B4-BE49-F238E27FC236}">
                <a16:creationId xmlns:a16="http://schemas.microsoft.com/office/drawing/2014/main" id="{4ADFD4D4-A986-4CD0-8580-326867CDF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476625"/>
            <a:ext cx="1447800" cy="2257425"/>
          </a:xfrm>
          <a:custGeom xmlns:a="http://schemas.openxmlformats.org/drawingml/2006/main">
            <a:pathLst>
              <a:path w="1447800" h="2257425">
                <a:moveTo>
                  <a:pt x="1447800" y="0"/>
                </a:moveTo>
                <a:lnTo>
                  <a:pt x="0" y="2257425"/>
                </a:lnTo>
              </a:path>
            </a:pathLst>
          </a:custGeom>
          <a:noFill xmlns:a="http://schemas.openxmlformats.org/drawingml/2006/main"/>
          <a:ln xmlns:a="http://schemas.openxmlformats.org/drawingml/2006/main" w="12383">
            <a:solidFill>
              <a:srgbClr val="D7DFDA"/>
            </a:solidFill>
            <a:prstDash val="solid"/>
          </a:ln>
        </p:spPr>
      </p:sp>
      <p:cxnSp>
        <p:nvCxnSpPr>
          <p:cNvPr id="9" name="helena-context">
            <a:extLst xmlns:a="http://schemas.openxmlformats.org/drawingml/2006/main">
              <a:ext uri="{FF2B5EF4-FFF2-40B4-BE49-F238E27FC236}">
                <a16:creationId xmlns:a16="http://schemas.microsoft.com/office/drawing/2014/main" id="{A74EA2FB-8CB2-4B03-9B1D-048ACEB58AF2}"/>
              </a:ext>
            </a:extLst>
          </p:cNvPr>
          <p:cNvCxnSpPr/>
          <p:nvPr/>
        </p:nvCxnSpPr>
        <p:spPr>
          <a:xfrm xmlns:a="http://schemas.openxmlformats.org/drawingml/2006/main">
            <a:off x="3143250" y="4848225"/>
            <a:ext cx="0" cy="723900"/>
          </a:xfrm>
          <a:prstGeom xmlns:a="http://schemas.openxmlformats.org/drawingml/2006/main" prst="straightConnector1">
            <a:avLst/>
          </a:prstGeom>
          <a:ln xmlns:a="http://schemas.openxmlformats.org/drawingml/2006/main" w="12383">
            <a:solidFill>
              <a:srgbClr val="A4B3A9"/>
            </a:solidFill>
            <a:prstDash val="dash"/>
          </a:ln>
        </p:spPr>
      </p:cxnSp>
      <p:sp>
        <p:nvSpPr>
          <p:cNvPr id="10" name="front-1">
            <a:extLst xmlns:a="http://schemas.openxmlformats.org/drawingml/2006/main">
              <a:ext uri="{FF2B5EF4-FFF2-40B4-BE49-F238E27FC236}">
                <a16:creationId xmlns:a16="http://schemas.microsoft.com/office/drawing/2014/main" id="{E7ABA07E-667C-4402-B059-64E69D906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3324225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F1EC"/>
          </a:solidFill>
          <a:ln xmlns:a="http://schemas.openxmlformats.org/drawingml/2006/main" w="12383">
            <a:solidFill>
              <a:srgbClr val="1E6654"/>
            </a:solidFill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defPPr>
            <a:lvl1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lvl1pPr>
            <a:lvl2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lvl2pPr>
            <a:lvl3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lvl3pPr>
            <a:lvl4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lvl4pPr>
            <a:lvl5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lvl5pPr>
            <a:lvl6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lvl6pPr>
            <a:lvl7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lvl7pPr>
            <a:lvl8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lvl8pPr>
            <a:lvl9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pPr>
            <a:r>
              <a:rPr sz="1425">
                <a:solidFill>
                  <a:srgbClr val="1E6654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1" name="front-2">
            <a:extLst xmlns:a="http://schemas.openxmlformats.org/drawingml/2006/main">
              <a:ext uri="{FF2B5EF4-FFF2-40B4-BE49-F238E27FC236}">
                <a16:creationId xmlns:a16="http://schemas.microsoft.com/office/drawing/2014/main" id="{567438BE-70F8-4F58-913D-00492AF79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324225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F1EC"/>
          </a:solidFill>
          <a:ln xmlns:a="http://schemas.openxmlformats.org/drawingml/2006/main" w="12383">
            <a:solidFill>
              <a:srgbClr val="1E6654"/>
            </a:solidFill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defPPr>
            <a:lvl1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lvl1pPr>
            <a:lvl2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lvl2pPr>
            <a:lvl3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lvl3pPr>
            <a:lvl4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lvl4pPr>
            <a:lvl5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lvl5pPr>
            <a:lvl6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lvl6pPr>
            <a:lvl7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lvl7pPr>
            <a:lvl8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lvl8pPr>
            <a:lvl9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pPr>
            <a:r>
              <a:rPr sz="1425">
                <a:solidFill>
                  <a:srgbClr val="1E6654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2" name="front-3">
            <a:extLst xmlns:a="http://schemas.openxmlformats.org/drawingml/2006/main">
              <a:ext uri="{FF2B5EF4-FFF2-40B4-BE49-F238E27FC236}">
                <a16:creationId xmlns:a16="http://schemas.microsoft.com/office/drawing/2014/main" id="{763C813C-180B-4F9F-9710-5752909EE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558165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6654"/>
          </a:solidFill>
          <a:ln xmlns:a="http://schemas.openxmlformats.org/drawingml/2006/main" w="12383">
            <a:solidFill>
              <a:srgbClr val="1E6654"/>
            </a:solidFill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425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 algn="ctr">
              <a:defRPr sz="1425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algn="ctr">
              <a:defRPr sz="1425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algn="ctr">
              <a:defRPr sz="1425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algn="ctr">
              <a:defRPr sz="1425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algn="ctr">
              <a:defRPr sz="1425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algn="ctr">
              <a:defRPr sz="1425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algn="ctr">
              <a:defRPr sz="1425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algn="ctr">
              <a:defRPr sz="1425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algn="ctr">
              <a:defRPr sz="1425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425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pic>
        <p:nvPic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6328D4C-DBB7-453A-9F3C-E544EFCB6E7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4e38298c354f91"/>
          <a:srcRect xmlns:a="http://schemas.openxmlformats.org/drawingml/2006/main" l="14160" t="6260" r="13740" b="3130"/>
          <a:stretch xmlns:a="http://schemas.openxmlformats.org/drawingml/2006/main"/>
        </p:blipFill>
        <p:spPr>
          <a:xfrm xmlns:a="http://schemas.openxmlformats.org/drawingml/2006/main">
            <a:off x="1028700" y="2238375"/>
            <a:ext cx="1333500" cy="1047750"/>
          </a:xfrm>
          <a:prstGeom xmlns:a="http://schemas.openxmlformats.org/drawingml/2006/main" prst="rect">
            <a:avLst/>
          </a:prstGeom>
        </p:spPr>
      </p:pic>
      <p:sp>
        <p:nvSpPr>
          <p:cNvPr id="14" name="front-label-1">
            <a:extLst xmlns:a="http://schemas.openxmlformats.org/drawingml/2006/main">
              <a:ext uri="{FF2B5EF4-FFF2-40B4-BE49-F238E27FC236}">
                <a16:creationId xmlns:a16="http://schemas.microsoft.com/office/drawing/2014/main" id="{5F31588D-D075-4C22-BD9B-F926CDC3C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" y="2028825"/>
            <a:ext cx="2762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defPPr>
            <a:lvl1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1pPr>
            <a:lvl2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2pPr>
            <a:lvl3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3pPr>
            <a:lvl4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4pPr>
            <a:lvl5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5pPr>
            <a:lvl6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6pPr>
            <a:lvl7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7pPr>
            <a:lvl8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8pPr>
            <a:lvl9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Taxas</a:t>
            </a:r>
          </a:p>
        </p:txBody>
      </p:sp>
      <p:pic>
        <p:nvPic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6D0D801-29A3-49EE-BFC2-FE3F325C079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ece4811e4354370"/>
          <a:srcRect xmlns:a="http://schemas.openxmlformats.org/drawingml/2006/main" l="13950" t="4050" r="13810" b="5160"/>
          <a:stretch xmlns:a="http://schemas.openxmlformats.org/drawingml/2006/main"/>
        </p:blipFill>
        <p:spPr>
          <a:xfrm xmlns:a="http://schemas.openxmlformats.org/drawingml/2006/main">
            <a:off x="3924300" y="2238375"/>
            <a:ext cx="1333500" cy="1047750"/>
          </a:xfrm>
          <a:prstGeom xmlns:a="http://schemas.openxmlformats.org/drawingml/2006/main" prst="rect">
            <a:avLst/>
          </a:prstGeom>
        </p:spPr>
      </p:pic>
      <p:sp>
        <p:nvSpPr>
          <p:cNvPr id="16" name="front-label-2">
            <a:extLst xmlns:a="http://schemas.openxmlformats.org/drawingml/2006/main">
              <a:ext uri="{FF2B5EF4-FFF2-40B4-BE49-F238E27FC236}">
                <a16:creationId xmlns:a16="http://schemas.microsoft.com/office/drawing/2014/main" id="{E47A1103-5B05-48E8-8E13-4217A7A12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2028825"/>
            <a:ext cx="2762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defPPr>
            <a:lvl1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1pPr>
            <a:lvl2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2pPr>
            <a:lvl3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3pPr>
            <a:lvl4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4pPr>
            <a:lvl5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5pPr>
            <a:lvl6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6pPr>
            <a:lvl7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7pPr>
            <a:lvl8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8pPr>
            <a:lvl9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Relatórios</a:t>
            </a:r>
          </a:p>
        </p:txBody>
      </p:sp>
      <p:pic>
        <p:nvPic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E250CEE-D08D-4ACD-B8DE-EB3F31D44F5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a608398d75f4717"/>
          <a:srcRect xmlns:a="http://schemas.openxmlformats.org/drawingml/2006/main" l="8700" t="7640" r="6220" b="6910"/>
          <a:stretch xmlns:a="http://schemas.openxmlformats.org/drawingml/2006/main"/>
        </p:blipFill>
        <p:spPr>
          <a:xfrm xmlns:a="http://schemas.openxmlformats.org/drawingml/2006/main">
            <a:off x="2500313" y="4752975"/>
            <a:ext cx="1285875" cy="838200"/>
          </a:xfrm>
          <a:prstGeom xmlns:a="http://schemas.openxmlformats.org/drawingml/2006/main" prst="rect">
            <a:avLst/>
          </a:prstGeom>
        </p:spPr>
      </p:pic>
      <p:sp>
        <p:nvSpPr>
          <p:cNvPr id="18" name="front-label-3">
            <a:extLst xmlns:a="http://schemas.openxmlformats.org/drawingml/2006/main">
              <a:ext uri="{FF2B5EF4-FFF2-40B4-BE49-F238E27FC236}">
                <a16:creationId xmlns:a16="http://schemas.microsoft.com/office/drawing/2014/main" id="{2013B410-EE48-4107-9A61-41AB30798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2125" y="6048375"/>
            <a:ext cx="2762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defPPr>
            <a:lvl1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1pPr>
            <a:lvl2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2pPr>
            <a:lvl3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3pPr>
            <a:lvl4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4pPr>
            <a:lvl5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5pPr>
            <a:lvl6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6pPr>
            <a:lvl7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7pPr>
            <a:lvl8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8pPr>
            <a:lvl9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Contexto</a:t>
            </a:r>
          </a:p>
        </p:txBody>
      </p:sp>
      <p:sp>
        <p:nvSpPr>
          <p:cNvPr id="19" name="helena">
            <a:extLst xmlns:a="http://schemas.openxmlformats.org/drawingml/2006/main">
              <a:ext uri="{FF2B5EF4-FFF2-40B4-BE49-F238E27FC236}">
                <a16:creationId xmlns:a16="http://schemas.microsoft.com/office/drawing/2014/main" id="{76A83286-9CBB-4373-B8EE-66EAA9188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4257675"/>
            <a:ext cx="198120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270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defPPr>
            <a:lvl1pPr algn="ctr">
              <a:defRPr sz="270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1pPr>
            <a:lvl2pPr algn="ctr">
              <a:defRPr sz="270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2pPr>
            <a:lvl3pPr algn="ctr">
              <a:defRPr sz="270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3pPr>
            <a:lvl4pPr algn="ctr">
              <a:defRPr sz="270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4pPr>
            <a:lvl5pPr algn="ctr">
              <a:defRPr sz="270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5pPr>
            <a:lvl6pPr algn="ctr">
              <a:defRPr sz="270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6pPr>
            <a:lvl7pPr algn="ctr">
              <a:defRPr sz="270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7pPr>
            <a:lvl8pPr algn="ctr">
              <a:defRPr sz="270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8pPr>
            <a:lvl9pPr algn="ctr">
              <a:defRPr sz="270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270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pPr>
            <a:r>
              <a:rPr sz="2700" b="0">
                <a:solidFill>
                  <a:srgbClr val="1E6654"/>
                </a:solidFill>
                <a:latin typeface="Arial"/>
                <a:ea typeface="Arial"/>
                <a:cs typeface="Arial"/>
              </a:rPr>
              <a:t>Helena</a:t>
            </a:r>
          </a:p>
        </p:txBody>
      </p:sp>
      <p:sp>
        <p:nvSpPr>
          <p:cNvPr id="20" name="closing-question-1">
            <a:extLst xmlns:a="http://schemas.openxmlformats.org/drawingml/2006/main">
              <a:ext uri="{FF2B5EF4-FFF2-40B4-BE49-F238E27FC236}">
                <a16:creationId xmlns:a16="http://schemas.microsoft.com/office/drawing/2014/main" id="{E8D53F29-C3B7-4001-8256-BEADA6259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076575"/>
            <a:ext cx="4686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6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defPPr>
            <a:lvl1pPr algn="l">
              <a:defRPr sz="26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1pPr>
            <a:lvl2pPr algn="l">
              <a:defRPr sz="26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2pPr>
            <a:lvl3pPr algn="l">
              <a:defRPr sz="26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3pPr>
            <a:lvl4pPr algn="l">
              <a:defRPr sz="26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4pPr>
            <a:lvl5pPr algn="l">
              <a:defRPr sz="26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5pPr>
            <a:lvl6pPr algn="l">
              <a:defRPr sz="26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6pPr>
            <a:lvl7pPr algn="l">
              <a:defRPr sz="26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7pPr>
            <a:lvl8pPr algn="l">
              <a:defRPr sz="26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8pPr>
            <a:lvl9pPr algn="l">
              <a:defRPr sz="26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6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1E6654"/>
                </a:solidFill>
                <a:latin typeface="Arial"/>
                <a:ea typeface="Arial"/>
                <a:cs typeface="Arial"/>
              </a:rPr>
              <a:t>Quanto pode faturar</a:t>
            </a:r>
          </a:p>
        </p:txBody>
      </p:sp>
      <p:sp>
        <p:nvSpPr>
          <p:cNvPr id="21" name="join-to-question">
            <a:extLst xmlns:a="http://schemas.openxmlformats.org/drawingml/2006/main">
              <a:ext uri="{FF2B5EF4-FFF2-40B4-BE49-F238E27FC236}">
                <a16:creationId xmlns:a16="http://schemas.microsoft.com/office/drawing/2014/main" id="{DD27511B-14C6-4077-87EC-3AA944CDE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3314700"/>
            <a:ext cx="2257425" cy="1209675"/>
          </a:xfrm>
          <a:custGeom xmlns:a="http://schemas.openxmlformats.org/drawingml/2006/main">
            <a:pathLst>
              <a:path w="2257425" h="1209675">
                <a:moveTo>
                  <a:pt x="0" y="1209675"/>
                </a:moveTo>
                <a:cubicBezTo>
                  <a:pt x="1128713" y="1209675"/>
                  <a:pt x="1128713" y="0"/>
                  <a:pt x="2257425" y="0"/>
                </a:cubicBez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E6654"/>
            </a:solidFill>
          </a:ln>
        </p:spPr>
      </p:sp>
      <p:sp>
        <p:nvSpPr>
          <p:cNvPr id="22" name="question-anchor">
            <a:extLst xmlns:a="http://schemas.openxmlformats.org/drawingml/2006/main">
              <a:ext uri="{FF2B5EF4-FFF2-40B4-BE49-F238E27FC236}">
                <a16:creationId xmlns:a16="http://schemas.microsoft.com/office/drawing/2014/main" id="{4C45C8D8-AF8E-46E7-A509-D4535B4B2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4620" y="3284220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6654"/>
          </a:solidFill>
          <a:ln xmlns:a="http://schemas.openxmlformats.org/drawingml/2006/main" w="12383">
            <a:solidFill>
              <a:srgbClr val="1E6654"/>
            </a:solidFill>
          </a:ln>
        </p:spPr>
      </p:sp>
    </p:spTree>
    <p:extLst>
      <p:ext uri="{BB962C8B-B14F-4D97-AF65-F5344CB8AC3E}">
        <p14:creationId xmlns:p14="http://schemas.microsoft.com/office/powerpoint/2010/main" val="163657178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6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AC509D9-3668-4B0A-A679-5070BC9E1BF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578604a2d44da4">
            <a:extLst>
              <a:ext uri="{96DAC541-7B7A-43D3-8B79-37D633B846F1}">
                <asvg:svgBlip xmlns:asvg="http://schemas.microsoft.com/office/drawing/2016/SVG/main" r:embed="Reaacaa9f0a6a4d49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38200" y="485775"/>
            <a:ext cx="1000125" cy="205908"/>
          </a:xfrm>
          <a:prstGeom xmlns:a="http://schemas.openxmlformats.org/drawingml/2006/main" prst="rect">
            <a:avLst/>
          </a:prstGeom>
        </p:spPr>
      </p:pic>
      <p:sp>
        <p:nvSpPr>
          <p:cNvPr id="3" name="section">
            <a:extLst xmlns:a="http://schemas.openxmlformats.org/drawingml/2006/main">
              <a:ext uri="{FF2B5EF4-FFF2-40B4-BE49-F238E27FC236}">
                <a16:creationId xmlns:a16="http://schemas.microsoft.com/office/drawing/2014/main" id="{B56A85F2-04CA-4011-9260-34114E097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04825"/>
            <a:ext cx="3257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defPPr>
            <a:lvl1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1pPr>
            <a:lvl2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2pPr>
            <a:lvl3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3pPr>
            <a:lvl4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4pPr>
            <a:lvl5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5pPr>
            <a:lvl6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6pPr>
            <a:lvl7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7pPr>
            <a:lvl8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8pPr>
            <a:lvl9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pPr>
            <a:r>
              <a: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rPr>
              <a:t>CONTEXTO TARVO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EC442FA9-4716-44BF-8265-7DAEFE44C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53175"/>
            <a:ext cx="304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defPPr>
            <a:lvl1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1pPr>
            <a:lvl2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2pPr>
            <a:lvl3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3pPr>
            <a:lvl4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4pPr>
            <a:lvl5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5pPr>
            <a:lvl6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6pPr>
            <a:lvl7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7pPr>
            <a:lvl8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8pPr>
            <a:lvl9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pPr>
            <a:r>
              <a: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rPr>
              <a:t>07</a:t>
            </a:r>
          </a:p>
        </p:txBody>
      </p:sp>
      <p:sp>
        <p:nvSpPr>
          <p:cNvPr id="5" name="headline-first">
            <a:extLst xmlns:a="http://schemas.openxmlformats.org/drawingml/2006/main">
              <a:ext uri="{FF2B5EF4-FFF2-40B4-BE49-F238E27FC236}">
                <a16:creationId xmlns:a16="http://schemas.microsoft.com/office/drawing/2014/main" id="{D0B68078-E47E-4309-8BEA-D8525267F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266825"/>
            <a:ext cx="1000125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defPPr>
            <a:lvl1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1pPr>
            <a:lvl2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2pPr>
            <a:lvl3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3pPr>
            <a:lvl4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4pPr>
            <a:lvl5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5pPr>
            <a:lvl6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6pPr>
            <a:lvl7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7pPr>
            <a:lvl8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8pPr>
            <a:lvl9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pPr>
            <a:r>
              <a:rPr sz="3750" b="0">
                <a:solidFill>
                  <a:srgbClr val="132B2A"/>
                </a:solidFill>
                <a:latin typeface="Arial"/>
                <a:ea typeface="Arial"/>
                <a:cs typeface="Arial"/>
              </a:rPr>
              <a:t>No fim do mês</a:t>
            </a:r>
          </a:p>
        </p:txBody>
      </p:sp>
      <p:cxnSp>
        <p:nvCxnSpPr>
          <p:cNvPr id="6" name="triangle-top">
            <a:extLst xmlns:a="http://schemas.openxmlformats.org/drawingml/2006/main">
              <a:ext uri="{FF2B5EF4-FFF2-40B4-BE49-F238E27FC236}">
                <a16:creationId xmlns:a16="http://schemas.microsoft.com/office/drawing/2014/main" id="{4F35FAFB-955C-4691-8E1B-7C4B1056E194}"/>
              </a:ext>
            </a:extLst>
          </p:cNvPr>
          <p:cNvCxnSpPr/>
          <p:nvPr/>
        </p:nvCxnSpPr>
        <p:spPr>
          <a:xfrm xmlns:a="http://schemas.openxmlformats.org/drawingml/2006/main">
            <a:off x="1695450" y="3476625"/>
            <a:ext cx="2895600" cy="0"/>
          </a:xfrm>
          <a:prstGeom xmlns:a="http://schemas.openxmlformats.org/drawingml/2006/main" prst="straightConnector1">
            <a:avLst/>
          </a:prstGeom>
          <a:ln xmlns:a="http://schemas.openxmlformats.org/drawingml/2006/main" w="12383">
            <a:solidFill>
              <a:srgbClr val="D7DFDA"/>
            </a:solidFill>
            <a:prstDash val="solid"/>
          </a:ln>
        </p:spPr>
      </p:cxnSp>
      <p:cxnSp>
        <p:nvCxnSpPr>
          <p:cNvPr id="7" name="triangle-left">
            <a:extLst xmlns:a="http://schemas.openxmlformats.org/drawingml/2006/main">
              <a:ext uri="{FF2B5EF4-FFF2-40B4-BE49-F238E27FC236}">
                <a16:creationId xmlns:a16="http://schemas.microsoft.com/office/drawing/2014/main" id="{A2AFDFC3-8C4F-4F98-AC04-99F7B4E366EE}"/>
              </a:ext>
            </a:extLst>
          </p:cNvPr>
          <p:cNvCxnSpPr/>
          <p:nvPr/>
        </p:nvCxnSpPr>
        <p:spPr>
          <a:xfrm xmlns:a="http://schemas.openxmlformats.org/drawingml/2006/main">
            <a:off x="1695450" y="3476625"/>
            <a:ext cx="1447800" cy="2257425"/>
          </a:xfrm>
          <a:prstGeom xmlns:a="http://schemas.openxmlformats.org/drawingml/2006/main" prst="straightConnector1">
            <a:avLst/>
          </a:prstGeom>
          <a:ln xmlns:a="http://schemas.openxmlformats.org/drawingml/2006/main" w="12383">
            <a:solidFill>
              <a:srgbClr val="D7DFDA"/>
            </a:solidFill>
            <a:prstDash val="solid"/>
          </a:ln>
        </p:spPr>
      </p:cxnSp>
      <p:sp>
        <p:nvSpPr>
          <p:cNvPr id="8" name="triangle-right">
            <a:extLst xmlns:a="http://schemas.openxmlformats.org/drawingml/2006/main">
              <a:ext uri="{FF2B5EF4-FFF2-40B4-BE49-F238E27FC236}">
                <a16:creationId xmlns:a16="http://schemas.microsoft.com/office/drawing/2014/main" id="{B5FA8F57-3CB7-4151-9768-BB1CC37B4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476625"/>
            <a:ext cx="1447800" cy="2257425"/>
          </a:xfrm>
          <a:custGeom xmlns:a="http://schemas.openxmlformats.org/drawingml/2006/main">
            <a:pathLst>
              <a:path w="1447800" h="2257425">
                <a:moveTo>
                  <a:pt x="1447800" y="0"/>
                </a:moveTo>
                <a:lnTo>
                  <a:pt x="0" y="2257425"/>
                </a:lnTo>
              </a:path>
            </a:pathLst>
          </a:custGeom>
          <a:noFill xmlns:a="http://schemas.openxmlformats.org/drawingml/2006/main"/>
          <a:ln xmlns:a="http://schemas.openxmlformats.org/drawingml/2006/main" w="12383">
            <a:solidFill>
              <a:srgbClr val="D7DFDA"/>
            </a:solidFill>
            <a:prstDash val="solid"/>
          </a:ln>
        </p:spPr>
      </p:sp>
      <p:cxnSp>
        <p:nvCxnSpPr>
          <p:cNvPr id="9" name="helena-context">
            <a:extLst xmlns:a="http://schemas.openxmlformats.org/drawingml/2006/main">
              <a:ext uri="{FF2B5EF4-FFF2-40B4-BE49-F238E27FC236}">
                <a16:creationId xmlns:a16="http://schemas.microsoft.com/office/drawing/2014/main" id="{59F66B61-1F46-4828-B870-887AFA15E365}"/>
              </a:ext>
            </a:extLst>
          </p:cNvPr>
          <p:cNvCxnSpPr/>
          <p:nvPr/>
        </p:nvCxnSpPr>
        <p:spPr>
          <a:xfrm xmlns:a="http://schemas.openxmlformats.org/drawingml/2006/main">
            <a:off x="3143250" y="4848225"/>
            <a:ext cx="0" cy="723900"/>
          </a:xfrm>
          <a:prstGeom xmlns:a="http://schemas.openxmlformats.org/drawingml/2006/main" prst="straightConnector1">
            <a:avLst/>
          </a:prstGeom>
          <a:ln xmlns:a="http://schemas.openxmlformats.org/drawingml/2006/main" w="12383">
            <a:solidFill>
              <a:srgbClr val="A4B3A9"/>
            </a:solidFill>
            <a:prstDash val="dash"/>
          </a:ln>
        </p:spPr>
      </p:cxnSp>
      <p:sp>
        <p:nvSpPr>
          <p:cNvPr id="10" name="front-1">
            <a:extLst xmlns:a="http://schemas.openxmlformats.org/drawingml/2006/main">
              <a:ext uri="{FF2B5EF4-FFF2-40B4-BE49-F238E27FC236}">
                <a16:creationId xmlns:a16="http://schemas.microsoft.com/office/drawing/2014/main" id="{DB98CEF8-241E-4454-8251-1E6A61516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3324225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F1EC"/>
          </a:solidFill>
          <a:ln xmlns:a="http://schemas.openxmlformats.org/drawingml/2006/main" w="12383">
            <a:solidFill>
              <a:srgbClr val="1E6654"/>
            </a:solidFill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defPPr>
            <a:lvl1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lvl1pPr>
            <a:lvl2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lvl2pPr>
            <a:lvl3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lvl3pPr>
            <a:lvl4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lvl4pPr>
            <a:lvl5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lvl5pPr>
            <a:lvl6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lvl6pPr>
            <a:lvl7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lvl7pPr>
            <a:lvl8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lvl8pPr>
            <a:lvl9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pPr>
            <a:r>
              <a:rPr sz="1425">
                <a:solidFill>
                  <a:srgbClr val="1E6654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1" name="front-2">
            <a:extLst xmlns:a="http://schemas.openxmlformats.org/drawingml/2006/main">
              <a:ext uri="{FF2B5EF4-FFF2-40B4-BE49-F238E27FC236}">
                <a16:creationId xmlns:a16="http://schemas.microsoft.com/office/drawing/2014/main" id="{DC981F76-FFBB-4105-94DE-EE7D77E2D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324225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F1EC"/>
          </a:solidFill>
          <a:ln xmlns:a="http://schemas.openxmlformats.org/drawingml/2006/main" w="12383">
            <a:solidFill>
              <a:srgbClr val="1E6654"/>
            </a:solidFill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defPPr>
            <a:lvl1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lvl1pPr>
            <a:lvl2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lvl2pPr>
            <a:lvl3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lvl3pPr>
            <a:lvl4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lvl4pPr>
            <a:lvl5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lvl5pPr>
            <a:lvl6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lvl6pPr>
            <a:lvl7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lvl7pPr>
            <a:lvl8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lvl8pPr>
            <a:lvl9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pPr>
            <a:r>
              <a:rPr sz="1425">
                <a:solidFill>
                  <a:srgbClr val="1E6654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2" name="front-3">
            <a:extLst xmlns:a="http://schemas.openxmlformats.org/drawingml/2006/main">
              <a:ext uri="{FF2B5EF4-FFF2-40B4-BE49-F238E27FC236}">
                <a16:creationId xmlns:a16="http://schemas.microsoft.com/office/drawing/2014/main" id="{9004A5A8-C85C-4F5D-ABE1-0EC189EF5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558165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6654"/>
          </a:solidFill>
          <a:ln xmlns:a="http://schemas.openxmlformats.org/drawingml/2006/main" w="12383">
            <a:solidFill>
              <a:srgbClr val="1E6654"/>
            </a:solidFill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425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 algn="ctr">
              <a:defRPr sz="1425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algn="ctr">
              <a:defRPr sz="1425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algn="ctr">
              <a:defRPr sz="1425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algn="ctr">
              <a:defRPr sz="1425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algn="ctr">
              <a:defRPr sz="1425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algn="ctr">
              <a:defRPr sz="1425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algn="ctr">
              <a:defRPr sz="1425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algn="ctr">
              <a:defRPr sz="1425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algn="ctr">
              <a:defRPr sz="1425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425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pic>
        <p:nvPic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D06169C-68B9-4AAB-8858-73A32FD35D4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3b8820281ca44ed"/>
          <a:srcRect xmlns:a="http://schemas.openxmlformats.org/drawingml/2006/main" l="14160" t="6260" r="13740" b="3130"/>
          <a:stretch xmlns:a="http://schemas.openxmlformats.org/drawingml/2006/main"/>
        </p:blipFill>
        <p:spPr>
          <a:xfrm xmlns:a="http://schemas.openxmlformats.org/drawingml/2006/main">
            <a:off x="1028700" y="2238375"/>
            <a:ext cx="1333500" cy="1047750"/>
          </a:xfrm>
          <a:prstGeom xmlns:a="http://schemas.openxmlformats.org/drawingml/2006/main" prst="rect">
            <a:avLst/>
          </a:prstGeom>
        </p:spPr>
      </p:pic>
      <p:sp>
        <p:nvSpPr>
          <p:cNvPr id="14" name="front-label-1">
            <a:extLst xmlns:a="http://schemas.openxmlformats.org/drawingml/2006/main">
              <a:ext uri="{FF2B5EF4-FFF2-40B4-BE49-F238E27FC236}">
                <a16:creationId xmlns:a16="http://schemas.microsoft.com/office/drawing/2014/main" id="{7D021DF5-0F69-444C-A1C3-C2483E32E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" y="2028825"/>
            <a:ext cx="2762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defPPr>
            <a:lvl1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1pPr>
            <a:lvl2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2pPr>
            <a:lvl3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3pPr>
            <a:lvl4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4pPr>
            <a:lvl5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5pPr>
            <a:lvl6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6pPr>
            <a:lvl7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7pPr>
            <a:lvl8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8pPr>
            <a:lvl9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Taxas</a:t>
            </a:r>
          </a:p>
        </p:txBody>
      </p:sp>
      <p:pic>
        <p:nvPic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ED22253-F44B-42EE-96C0-9F6FA74C2AB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351d09c8ad94647"/>
          <a:srcRect xmlns:a="http://schemas.openxmlformats.org/drawingml/2006/main" l="13950" t="4050" r="13810" b="5160"/>
          <a:stretch xmlns:a="http://schemas.openxmlformats.org/drawingml/2006/main"/>
        </p:blipFill>
        <p:spPr>
          <a:xfrm xmlns:a="http://schemas.openxmlformats.org/drawingml/2006/main">
            <a:off x="3924300" y="2238375"/>
            <a:ext cx="1333500" cy="1047750"/>
          </a:xfrm>
          <a:prstGeom xmlns:a="http://schemas.openxmlformats.org/drawingml/2006/main" prst="rect">
            <a:avLst/>
          </a:prstGeom>
        </p:spPr>
      </p:pic>
      <p:sp>
        <p:nvSpPr>
          <p:cNvPr id="16" name="front-label-2">
            <a:extLst xmlns:a="http://schemas.openxmlformats.org/drawingml/2006/main">
              <a:ext uri="{FF2B5EF4-FFF2-40B4-BE49-F238E27FC236}">
                <a16:creationId xmlns:a16="http://schemas.microsoft.com/office/drawing/2014/main" id="{60895DF7-C5E0-4943-AD29-429F4C63B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2028825"/>
            <a:ext cx="2762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defPPr>
            <a:lvl1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1pPr>
            <a:lvl2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2pPr>
            <a:lvl3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3pPr>
            <a:lvl4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4pPr>
            <a:lvl5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5pPr>
            <a:lvl6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6pPr>
            <a:lvl7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7pPr>
            <a:lvl8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8pPr>
            <a:lvl9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Relatórios</a:t>
            </a:r>
          </a:p>
        </p:txBody>
      </p:sp>
      <p:pic>
        <p:nvPic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B733998-F0DC-41B2-ACE5-758D3256C09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9128f9111a24549"/>
          <a:srcRect xmlns:a="http://schemas.openxmlformats.org/drawingml/2006/main" l="8700" t="7640" r="6220" b="6910"/>
          <a:stretch xmlns:a="http://schemas.openxmlformats.org/drawingml/2006/main"/>
        </p:blipFill>
        <p:spPr>
          <a:xfrm xmlns:a="http://schemas.openxmlformats.org/drawingml/2006/main">
            <a:off x="2500313" y="4752975"/>
            <a:ext cx="1285875" cy="838200"/>
          </a:xfrm>
          <a:prstGeom xmlns:a="http://schemas.openxmlformats.org/drawingml/2006/main" prst="rect">
            <a:avLst/>
          </a:prstGeom>
        </p:spPr>
      </p:pic>
      <p:sp>
        <p:nvSpPr>
          <p:cNvPr id="18" name="front-label-3">
            <a:extLst xmlns:a="http://schemas.openxmlformats.org/drawingml/2006/main">
              <a:ext uri="{FF2B5EF4-FFF2-40B4-BE49-F238E27FC236}">
                <a16:creationId xmlns:a16="http://schemas.microsoft.com/office/drawing/2014/main" id="{A5DAC81D-BF3B-435C-B2A6-9623E8F7E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2125" y="6048375"/>
            <a:ext cx="2762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defPPr>
            <a:lvl1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1pPr>
            <a:lvl2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2pPr>
            <a:lvl3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3pPr>
            <a:lvl4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4pPr>
            <a:lvl5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5pPr>
            <a:lvl6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6pPr>
            <a:lvl7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7pPr>
            <a:lvl8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8pPr>
            <a:lvl9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Contexto</a:t>
            </a:r>
          </a:p>
        </p:txBody>
      </p:sp>
      <p:sp>
        <p:nvSpPr>
          <p:cNvPr id="19" name="helena">
            <a:extLst xmlns:a="http://schemas.openxmlformats.org/drawingml/2006/main">
              <a:ext uri="{FF2B5EF4-FFF2-40B4-BE49-F238E27FC236}">
                <a16:creationId xmlns:a16="http://schemas.microsoft.com/office/drawing/2014/main" id="{B5B65710-CBA5-48D7-8F56-7E2314EB7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4257675"/>
            <a:ext cx="198120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270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defPPr>
            <a:lvl1pPr algn="ctr">
              <a:defRPr sz="270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1pPr>
            <a:lvl2pPr algn="ctr">
              <a:defRPr sz="270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2pPr>
            <a:lvl3pPr algn="ctr">
              <a:defRPr sz="270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3pPr>
            <a:lvl4pPr algn="ctr">
              <a:defRPr sz="270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4pPr>
            <a:lvl5pPr algn="ctr">
              <a:defRPr sz="270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5pPr>
            <a:lvl6pPr algn="ctr">
              <a:defRPr sz="270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6pPr>
            <a:lvl7pPr algn="ctr">
              <a:defRPr sz="270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7pPr>
            <a:lvl8pPr algn="ctr">
              <a:defRPr sz="270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8pPr>
            <a:lvl9pPr algn="ctr">
              <a:defRPr sz="270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270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pPr>
            <a:r>
              <a:rPr sz="2700" b="0">
                <a:solidFill>
                  <a:srgbClr val="1E6654"/>
                </a:solidFill>
                <a:latin typeface="Arial"/>
                <a:ea typeface="Arial"/>
                <a:cs typeface="Arial"/>
              </a:rPr>
              <a:t>Helena</a:t>
            </a:r>
          </a:p>
        </p:txBody>
      </p:sp>
      <p:sp>
        <p:nvSpPr>
          <p:cNvPr id="20" name="closing-question-1">
            <a:extLst xmlns:a="http://schemas.openxmlformats.org/drawingml/2006/main">
              <a:ext uri="{FF2B5EF4-FFF2-40B4-BE49-F238E27FC236}">
                <a16:creationId xmlns:a16="http://schemas.microsoft.com/office/drawing/2014/main" id="{0338A100-8F47-4A46-B8F1-3E4A7D6DD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076575"/>
            <a:ext cx="4686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6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defPPr>
            <a:lvl1pPr algn="l">
              <a:defRPr sz="26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1pPr>
            <a:lvl2pPr algn="l">
              <a:defRPr sz="26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2pPr>
            <a:lvl3pPr algn="l">
              <a:defRPr sz="26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3pPr>
            <a:lvl4pPr algn="l">
              <a:defRPr sz="26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4pPr>
            <a:lvl5pPr algn="l">
              <a:defRPr sz="26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5pPr>
            <a:lvl6pPr algn="l">
              <a:defRPr sz="26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6pPr>
            <a:lvl7pPr algn="l">
              <a:defRPr sz="26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7pPr>
            <a:lvl8pPr algn="l">
              <a:defRPr sz="26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8pPr>
            <a:lvl9pPr algn="l">
              <a:defRPr sz="26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6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Quanto pode faturar</a:t>
            </a:r>
          </a:p>
        </p:txBody>
      </p:sp>
      <p:sp>
        <p:nvSpPr>
          <p:cNvPr id="21" name="closing-question-2">
            <a:extLst xmlns:a="http://schemas.openxmlformats.org/drawingml/2006/main">
              <a:ext uri="{FF2B5EF4-FFF2-40B4-BE49-F238E27FC236}">
                <a16:creationId xmlns:a16="http://schemas.microsoft.com/office/drawing/2014/main" id="{0A16409E-0B06-4969-8959-F115DFA85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152900"/>
            <a:ext cx="4686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6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defPPr>
            <a:lvl1pPr algn="l">
              <a:defRPr sz="26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1pPr>
            <a:lvl2pPr algn="l">
              <a:defRPr sz="26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2pPr>
            <a:lvl3pPr algn="l">
              <a:defRPr sz="26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3pPr>
            <a:lvl4pPr algn="l">
              <a:defRPr sz="26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4pPr>
            <a:lvl5pPr algn="l">
              <a:defRPr sz="26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5pPr>
            <a:lvl6pPr algn="l">
              <a:defRPr sz="26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6pPr>
            <a:lvl7pPr algn="l">
              <a:defRPr sz="26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7pPr>
            <a:lvl8pPr algn="l">
              <a:defRPr sz="26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8pPr>
            <a:lvl9pPr algn="l">
              <a:defRPr sz="26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6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1E6654"/>
                </a:solidFill>
                <a:latin typeface="Arial"/>
                <a:ea typeface="Arial"/>
                <a:cs typeface="Arial"/>
              </a:rPr>
              <a:t>O que precisa corrigir</a:t>
            </a:r>
          </a:p>
        </p:txBody>
      </p:sp>
      <p:sp>
        <p:nvSpPr>
          <p:cNvPr id="22" name="join-to-question">
            <a:extLst xmlns:a="http://schemas.openxmlformats.org/drawingml/2006/main">
              <a:ext uri="{FF2B5EF4-FFF2-40B4-BE49-F238E27FC236}">
                <a16:creationId xmlns:a16="http://schemas.microsoft.com/office/drawing/2014/main" id="{7277626C-9A56-4CDE-9D35-7DE1D3C84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4391025"/>
            <a:ext cx="2257425" cy="133350"/>
          </a:xfrm>
          <a:custGeom xmlns:a="http://schemas.openxmlformats.org/drawingml/2006/main">
            <a:pathLst>
              <a:path w="2257425" h="133350">
                <a:moveTo>
                  <a:pt x="0" y="133350"/>
                </a:moveTo>
                <a:cubicBezTo>
                  <a:pt x="1128713" y="133350"/>
                  <a:pt x="1128713" y="0"/>
                  <a:pt x="2257425" y="0"/>
                </a:cubicBez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E6654"/>
            </a:solidFill>
          </a:ln>
        </p:spPr>
      </p:sp>
      <p:sp>
        <p:nvSpPr>
          <p:cNvPr id="23" name="question-anchor">
            <a:extLst xmlns:a="http://schemas.openxmlformats.org/drawingml/2006/main">
              <a:ext uri="{FF2B5EF4-FFF2-40B4-BE49-F238E27FC236}">
                <a16:creationId xmlns:a16="http://schemas.microsoft.com/office/drawing/2014/main" id="{0D49A9FD-D8D2-4540-9EB1-B17F9D846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4620" y="4360545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6654"/>
          </a:solidFill>
          <a:ln xmlns:a="http://schemas.openxmlformats.org/drawingml/2006/main" w="12383">
            <a:solidFill>
              <a:srgbClr val="1E6654"/>
            </a:solidFill>
          </a:ln>
        </p:spPr>
      </p:sp>
    </p:spTree>
    <p:extLst>
      <p:ext uri="{BB962C8B-B14F-4D97-AF65-F5344CB8AC3E}">
        <p14:creationId xmlns:p14="http://schemas.microsoft.com/office/powerpoint/2010/main" val="38360556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6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5C1C47E-275F-4FC8-8101-42C2CD0A6B0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08e18937746401d">
            <a:extLst>
              <a:ext uri="{96DAC541-7B7A-43D3-8B79-37D633B846F1}">
                <asvg:svgBlip xmlns:asvg="http://schemas.microsoft.com/office/drawing/2016/SVG/main" r:embed="R7f861a669a604ec6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38200" y="485775"/>
            <a:ext cx="1000125" cy="205908"/>
          </a:xfrm>
          <a:prstGeom xmlns:a="http://schemas.openxmlformats.org/drawingml/2006/main" prst="rect">
            <a:avLst/>
          </a:prstGeom>
        </p:spPr>
      </p:pic>
      <p:sp>
        <p:nvSpPr>
          <p:cNvPr id="3" name="section">
            <a:extLst xmlns:a="http://schemas.openxmlformats.org/drawingml/2006/main">
              <a:ext uri="{FF2B5EF4-FFF2-40B4-BE49-F238E27FC236}">
                <a16:creationId xmlns:a16="http://schemas.microsoft.com/office/drawing/2014/main" id="{937BBA56-05C9-4335-92A4-7D5576468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04825"/>
            <a:ext cx="3257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defPPr>
            <a:lvl1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1pPr>
            <a:lvl2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2pPr>
            <a:lvl3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3pPr>
            <a:lvl4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4pPr>
            <a:lvl5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5pPr>
            <a:lvl6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6pPr>
            <a:lvl7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7pPr>
            <a:lvl8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8pPr>
            <a:lvl9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pPr>
            <a:r>
              <a: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rPr>
              <a:t>CONTEXTO TARVO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8F0DA4CF-F19E-49D0-8005-FDD17417E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53175"/>
            <a:ext cx="304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defPPr>
            <a:lvl1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1pPr>
            <a:lvl2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2pPr>
            <a:lvl3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3pPr>
            <a:lvl4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4pPr>
            <a:lvl5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5pPr>
            <a:lvl6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6pPr>
            <a:lvl7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7pPr>
            <a:lvl8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8pPr>
            <a:lvl9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pPr>
            <a:r>
              <a: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rPr>
              <a:t>08</a:t>
            </a:r>
          </a:p>
        </p:txBody>
      </p:sp>
      <p:sp>
        <p:nvSpPr>
          <p:cNvPr id="5" name="headline-first">
            <a:extLst xmlns:a="http://schemas.openxmlformats.org/drawingml/2006/main">
              <a:ext uri="{FF2B5EF4-FFF2-40B4-BE49-F238E27FC236}">
                <a16:creationId xmlns:a16="http://schemas.microsoft.com/office/drawing/2014/main" id="{C462FD44-2018-4612-982F-C052A47E2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266825"/>
            <a:ext cx="1000125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defPPr>
            <a:lvl1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1pPr>
            <a:lvl2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2pPr>
            <a:lvl3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3pPr>
            <a:lvl4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4pPr>
            <a:lvl5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5pPr>
            <a:lvl6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6pPr>
            <a:lvl7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7pPr>
            <a:lvl8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8pPr>
            <a:lvl9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pPr>
            <a:r>
              <a:rPr sz="3750" b="0">
                <a:solidFill>
                  <a:srgbClr val="132B2A"/>
                </a:solidFill>
                <a:latin typeface="Arial"/>
                <a:ea typeface="Arial"/>
                <a:cs typeface="Arial"/>
              </a:rPr>
              <a:t>No fim do mês</a:t>
            </a:r>
          </a:p>
        </p:txBody>
      </p:sp>
      <p:cxnSp>
        <p:nvCxnSpPr>
          <p:cNvPr id="6" name="triangle-top">
            <a:extLst xmlns:a="http://schemas.openxmlformats.org/drawingml/2006/main">
              <a:ext uri="{FF2B5EF4-FFF2-40B4-BE49-F238E27FC236}">
                <a16:creationId xmlns:a16="http://schemas.microsoft.com/office/drawing/2014/main" id="{304366E8-C838-4B34-93F3-1F35E81165C4}"/>
              </a:ext>
            </a:extLst>
          </p:cNvPr>
          <p:cNvCxnSpPr/>
          <p:nvPr/>
        </p:nvCxnSpPr>
        <p:spPr>
          <a:xfrm xmlns:a="http://schemas.openxmlformats.org/drawingml/2006/main">
            <a:off x="1695450" y="3476625"/>
            <a:ext cx="2895600" cy="0"/>
          </a:xfrm>
          <a:prstGeom xmlns:a="http://schemas.openxmlformats.org/drawingml/2006/main" prst="straightConnector1">
            <a:avLst/>
          </a:prstGeom>
          <a:ln xmlns:a="http://schemas.openxmlformats.org/drawingml/2006/main" w="12383">
            <a:solidFill>
              <a:srgbClr val="D7DFDA"/>
            </a:solidFill>
            <a:prstDash val="solid"/>
          </a:ln>
        </p:spPr>
      </p:cxnSp>
      <p:cxnSp>
        <p:nvCxnSpPr>
          <p:cNvPr id="7" name="triangle-left">
            <a:extLst xmlns:a="http://schemas.openxmlformats.org/drawingml/2006/main">
              <a:ext uri="{FF2B5EF4-FFF2-40B4-BE49-F238E27FC236}">
                <a16:creationId xmlns:a16="http://schemas.microsoft.com/office/drawing/2014/main" id="{B5875ACC-D1D0-462F-A7C2-F65C6AFF54A3}"/>
              </a:ext>
            </a:extLst>
          </p:cNvPr>
          <p:cNvCxnSpPr/>
          <p:nvPr/>
        </p:nvCxnSpPr>
        <p:spPr>
          <a:xfrm xmlns:a="http://schemas.openxmlformats.org/drawingml/2006/main">
            <a:off x="1695450" y="3476625"/>
            <a:ext cx="1447800" cy="2257425"/>
          </a:xfrm>
          <a:prstGeom xmlns:a="http://schemas.openxmlformats.org/drawingml/2006/main" prst="straightConnector1">
            <a:avLst/>
          </a:prstGeom>
          <a:ln xmlns:a="http://schemas.openxmlformats.org/drawingml/2006/main" w="12383">
            <a:solidFill>
              <a:srgbClr val="D7DFDA"/>
            </a:solidFill>
            <a:prstDash val="solid"/>
          </a:ln>
        </p:spPr>
      </p:cxnSp>
      <p:sp>
        <p:nvSpPr>
          <p:cNvPr id="8" name="triangle-right">
            <a:extLst xmlns:a="http://schemas.openxmlformats.org/drawingml/2006/main">
              <a:ext uri="{FF2B5EF4-FFF2-40B4-BE49-F238E27FC236}">
                <a16:creationId xmlns:a16="http://schemas.microsoft.com/office/drawing/2014/main" id="{A9899C0B-BDE3-474B-A0B7-492BA2329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476625"/>
            <a:ext cx="1447800" cy="2257425"/>
          </a:xfrm>
          <a:custGeom xmlns:a="http://schemas.openxmlformats.org/drawingml/2006/main">
            <a:pathLst>
              <a:path w="1447800" h="2257425">
                <a:moveTo>
                  <a:pt x="1447800" y="0"/>
                </a:moveTo>
                <a:lnTo>
                  <a:pt x="0" y="2257425"/>
                </a:lnTo>
              </a:path>
            </a:pathLst>
          </a:custGeom>
          <a:noFill xmlns:a="http://schemas.openxmlformats.org/drawingml/2006/main"/>
          <a:ln xmlns:a="http://schemas.openxmlformats.org/drawingml/2006/main" w="12383">
            <a:solidFill>
              <a:srgbClr val="D7DFDA"/>
            </a:solidFill>
            <a:prstDash val="solid"/>
          </a:ln>
        </p:spPr>
      </p:sp>
      <p:cxnSp>
        <p:nvCxnSpPr>
          <p:cNvPr id="9" name="helena-context">
            <a:extLst xmlns:a="http://schemas.openxmlformats.org/drawingml/2006/main">
              <a:ext uri="{FF2B5EF4-FFF2-40B4-BE49-F238E27FC236}">
                <a16:creationId xmlns:a16="http://schemas.microsoft.com/office/drawing/2014/main" id="{F0E26CDC-7DC9-4566-818D-76DE8ED86706}"/>
              </a:ext>
            </a:extLst>
          </p:cNvPr>
          <p:cNvCxnSpPr/>
          <p:nvPr/>
        </p:nvCxnSpPr>
        <p:spPr>
          <a:xfrm xmlns:a="http://schemas.openxmlformats.org/drawingml/2006/main">
            <a:off x="3143250" y="4848225"/>
            <a:ext cx="0" cy="723900"/>
          </a:xfrm>
          <a:prstGeom xmlns:a="http://schemas.openxmlformats.org/drawingml/2006/main" prst="straightConnector1">
            <a:avLst/>
          </a:prstGeom>
          <a:ln xmlns:a="http://schemas.openxmlformats.org/drawingml/2006/main" w="12383">
            <a:solidFill>
              <a:srgbClr val="A4B3A9"/>
            </a:solidFill>
            <a:prstDash val="dash"/>
          </a:ln>
        </p:spPr>
      </p:cxnSp>
      <p:sp>
        <p:nvSpPr>
          <p:cNvPr id="10" name="front-1">
            <a:extLst xmlns:a="http://schemas.openxmlformats.org/drawingml/2006/main">
              <a:ext uri="{FF2B5EF4-FFF2-40B4-BE49-F238E27FC236}">
                <a16:creationId xmlns:a16="http://schemas.microsoft.com/office/drawing/2014/main" id="{06C32214-229F-46BA-A723-80A2DE342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3324225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F1EC"/>
          </a:solidFill>
          <a:ln xmlns:a="http://schemas.openxmlformats.org/drawingml/2006/main" w="12383">
            <a:solidFill>
              <a:srgbClr val="1E6654"/>
            </a:solidFill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defPPr>
            <a:lvl1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lvl1pPr>
            <a:lvl2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lvl2pPr>
            <a:lvl3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lvl3pPr>
            <a:lvl4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lvl4pPr>
            <a:lvl5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lvl5pPr>
            <a:lvl6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lvl6pPr>
            <a:lvl7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lvl7pPr>
            <a:lvl8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lvl8pPr>
            <a:lvl9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pPr>
            <a:r>
              <a:rPr sz="1425">
                <a:solidFill>
                  <a:srgbClr val="1E6654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1" name="front-2">
            <a:extLst xmlns:a="http://schemas.openxmlformats.org/drawingml/2006/main">
              <a:ext uri="{FF2B5EF4-FFF2-40B4-BE49-F238E27FC236}">
                <a16:creationId xmlns:a16="http://schemas.microsoft.com/office/drawing/2014/main" id="{A333D073-FD0A-4C23-BB4E-86E99D624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324225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F1EC"/>
          </a:solidFill>
          <a:ln xmlns:a="http://schemas.openxmlformats.org/drawingml/2006/main" w="12383">
            <a:solidFill>
              <a:srgbClr val="1E6654"/>
            </a:solidFill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defPPr>
            <a:lvl1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lvl1pPr>
            <a:lvl2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lvl2pPr>
            <a:lvl3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lvl3pPr>
            <a:lvl4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lvl4pPr>
            <a:lvl5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lvl5pPr>
            <a:lvl6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lvl6pPr>
            <a:lvl7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lvl7pPr>
            <a:lvl8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lvl8pPr>
            <a:lvl9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425">
                <a:solidFill>
                  <a:srgbClr val="1E6654"/>
                </a:solidFill>
                <a:latin typeface="Arial"/>
                <a:ea typeface="Arial"/>
                <a:cs typeface="Arial"/>
              </a:defRPr>
            </a:pPr>
            <a:r>
              <a:rPr sz="1425">
                <a:solidFill>
                  <a:srgbClr val="1E6654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2" name="front-3">
            <a:extLst xmlns:a="http://schemas.openxmlformats.org/drawingml/2006/main">
              <a:ext uri="{FF2B5EF4-FFF2-40B4-BE49-F238E27FC236}">
                <a16:creationId xmlns:a16="http://schemas.microsoft.com/office/drawing/2014/main" id="{788EC408-E24E-4823-86DA-FAF98FCFD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558165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6654"/>
          </a:solidFill>
          <a:ln xmlns:a="http://schemas.openxmlformats.org/drawingml/2006/main" w="12383">
            <a:solidFill>
              <a:srgbClr val="1E6654"/>
            </a:solidFill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425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 algn="ctr">
              <a:defRPr sz="1425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algn="ctr">
              <a:defRPr sz="1425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algn="ctr">
              <a:defRPr sz="1425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algn="ctr">
              <a:defRPr sz="1425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algn="ctr">
              <a:defRPr sz="1425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algn="ctr">
              <a:defRPr sz="1425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algn="ctr">
              <a:defRPr sz="1425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algn="ctr">
              <a:defRPr sz="1425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algn="ctr">
              <a:defRPr sz="1425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425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pic>
        <p:nvPic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CA6D6D6-C79D-4904-8B34-686E7298E2B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ae3cf122e654b9e"/>
          <a:srcRect xmlns:a="http://schemas.openxmlformats.org/drawingml/2006/main" l="14160" t="6260" r="13740" b="3130"/>
          <a:stretch xmlns:a="http://schemas.openxmlformats.org/drawingml/2006/main"/>
        </p:blipFill>
        <p:spPr>
          <a:xfrm xmlns:a="http://schemas.openxmlformats.org/drawingml/2006/main">
            <a:off x="1028700" y="2238375"/>
            <a:ext cx="1333500" cy="1047750"/>
          </a:xfrm>
          <a:prstGeom xmlns:a="http://schemas.openxmlformats.org/drawingml/2006/main" prst="rect">
            <a:avLst/>
          </a:prstGeom>
        </p:spPr>
      </p:pic>
      <p:sp>
        <p:nvSpPr>
          <p:cNvPr id="14" name="front-label-1">
            <a:extLst xmlns:a="http://schemas.openxmlformats.org/drawingml/2006/main">
              <a:ext uri="{FF2B5EF4-FFF2-40B4-BE49-F238E27FC236}">
                <a16:creationId xmlns:a16="http://schemas.microsoft.com/office/drawing/2014/main" id="{70BE1704-414D-4BBD-A48A-FF7DC2E33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" y="2028825"/>
            <a:ext cx="2762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defPPr>
            <a:lvl1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1pPr>
            <a:lvl2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2pPr>
            <a:lvl3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3pPr>
            <a:lvl4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4pPr>
            <a:lvl5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5pPr>
            <a:lvl6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6pPr>
            <a:lvl7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7pPr>
            <a:lvl8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8pPr>
            <a:lvl9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Taxas</a:t>
            </a:r>
          </a:p>
        </p:txBody>
      </p:sp>
      <p:pic>
        <p:nvPic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512FEC3-C540-4A48-98AB-E17A456DF23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719411b2cf84f5c"/>
          <a:srcRect xmlns:a="http://schemas.openxmlformats.org/drawingml/2006/main" l="13950" t="4050" r="13810" b="5160"/>
          <a:stretch xmlns:a="http://schemas.openxmlformats.org/drawingml/2006/main"/>
        </p:blipFill>
        <p:spPr>
          <a:xfrm xmlns:a="http://schemas.openxmlformats.org/drawingml/2006/main">
            <a:off x="3924300" y="2238375"/>
            <a:ext cx="1333500" cy="1047750"/>
          </a:xfrm>
          <a:prstGeom xmlns:a="http://schemas.openxmlformats.org/drawingml/2006/main" prst="rect">
            <a:avLst/>
          </a:prstGeom>
        </p:spPr>
      </p:pic>
      <p:sp>
        <p:nvSpPr>
          <p:cNvPr id="16" name="front-label-2">
            <a:extLst xmlns:a="http://schemas.openxmlformats.org/drawingml/2006/main">
              <a:ext uri="{FF2B5EF4-FFF2-40B4-BE49-F238E27FC236}">
                <a16:creationId xmlns:a16="http://schemas.microsoft.com/office/drawing/2014/main" id="{0ED03F6E-272A-416B-A8F8-6C2ABC82C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2028825"/>
            <a:ext cx="2762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defPPr>
            <a:lvl1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1pPr>
            <a:lvl2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2pPr>
            <a:lvl3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3pPr>
            <a:lvl4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4pPr>
            <a:lvl5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5pPr>
            <a:lvl6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6pPr>
            <a:lvl7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7pPr>
            <a:lvl8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8pPr>
            <a:lvl9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Relatórios</a:t>
            </a:r>
          </a:p>
        </p:txBody>
      </p:sp>
      <p:pic>
        <p:nvPic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6E7B5A9-4A22-409A-9E99-5E4C9B4BB1B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89925d2c5024473"/>
          <a:srcRect xmlns:a="http://schemas.openxmlformats.org/drawingml/2006/main" l="8700" t="7640" r="6220" b="6910"/>
          <a:stretch xmlns:a="http://schemas.openxmlformats.org/drawingml/2006/main"/>
        </p:blipFill>
        <p:spPr>
          <a:xfrm xmlns:a="http://schemas.openxmlformats.org/drawingml/2006/main">
            <a:off x="2500313" y="4752975"/>
            <a:ext cx="1285875" cy="838200"/>
          </a:xfrm>
          <a:prstGeom xmlns:a="http://schemas.openxmlformats.org/drawingml/2006/main" prst="rect">
            <a:avLst/>
          </a:prstGeom>
        </p:spPr>
      </p:pic>
      <p:sp>
        <p:nvSpPr>
          <p:cNvPr id="18" name="front-label-3">
            <a:extLst xmlns:a="http://schemas.openxmlformats.org/drawingml/2006/main">
              <a:ext uri="{FF2B5EF4-FFF2-40B4-BE49-F238E27FC236}">
                <a16:creationId xmlns:a16="http://schemas.microsoft.com/office/drawing/2014/main" id="{917846BB-1CFF-4842-AF0F-6F1D9E386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2125" y="6048375"/>
            <a:ext cx="2762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defPPr>
            <a:lvl1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1pPr>
            <a:lvl2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2pPr>
            <a:lvl3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3pPr>
            <a:lvl4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4pPr>
            <a:lvl5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5pPr>
            <a:lvl6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6pPr>
            <a:lvl7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7pPr>
            <a:lvl8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8pPr>
            <a:lvl9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Contexto</a:t>
            </a:r>
          </a:p>
        </p:txBody>
      </p:sp>
      <p:sp>
        <p:nvSpPr>
          <p:cNvPr id="19" name="helena">
            <a:extLst xmlns:a="http://schemas.openxmlformats.org/drawingml/2006/main">
              <a:ext uri="{FF2B5EF4-FFF2-40B4-BE49-F238E27FC236}">
                <a16:creationId xmlns:a16="http://schemas.microsoft.com/office/drawing/2014/main" id="{24548C58-F835-4EBB-812A-4A844B968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4257675"/>
            <a:ext cx="198120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270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defPPr>
            <a:lvl1pPr algn="ctr">
              <a:defRPr sz="270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1pPr>
            <a:lvl2pPr algn="ctr">
              <a:defRPr sz="270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2pPr>
            <a:lvl3pPr algn="ctr">
              <a:defRPr sz="270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3pPr>
            <a:lvl4pPr algn="ctr">
              <a:defRPr sz="270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4pPr>
            <a:lvl5pPr algn="ctr">
              <a:defRPr sz="270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5pPr>
            <a:lvl6pPr algn="ctr">
              <a:defRPr sz="270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6pPr>
            <a:lvl7pPr algn="ctr">
              <a:defRPr sz="270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7pPr>
            <a:lvl8pPr algn="ctr">
              <a:defRPr sz="270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8pPr>
            <a:lvl9pPr algn="ctr">
              <a:defRPr sz="270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270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pPr>
            <a:r>
              <a:rPr sz="2700" b="0">
                <a:solidFill>
                  <a:srgbClr val="1E6654"/>
                </a:solidFill>
                <a:latin typeface="Arial"/>
                <a:ea typeface="Arial"/>
                <a:cs typeface="Arial"/>
              </a:rPr>
              <a:t>Helena</a:t>
            </a:r>
          </a:p>
        </p:txBody>
      </p:sp>
      <p:sp>
        <p:nvSpPr>
          <p:cNvPr id="20" name="closing-question-1">
            <a:extLst xmlns:a="http://schemas.openxmlformats.org/drawingml/2006/main">
              <a:ext uri="{FF2B5EF4-FFF2-40B4-BE49-F238E27FC236}">
                <a16:creationId xmlns:a16="http://schemas.microsoft.com/office/drawing/2014/main" id="{A96EA099-E109-499B-89E9-A9FCECC33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076575"/>
            <a:ext cx="4686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6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defPPr>
            <a:lvl1pPr algn="l">
              <a:defRPr sz="26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1pPr>
            <a:lvl2pPr algn="l">
              <a:defRPr sz="26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2pPr>
            <a:lvl3pPr algn="l">
              <a:defRPr sz="26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3pPr>
            <a:lvl4pPr algn="l">
              <a:defRPr sz="26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4pPr>
            <a:lvl5pPr algn="l">
              <a:defRPr sz="26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5pPr>
            <a:lvl6pPr algn="l">
              <a:defRPr sz="26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6pPr>
            <a:lvl7pPr algn="l">
              <a:defRPr sz="26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7pPr>
            <a:lvl8pPr algn="l">
              <a:defRPr sz="26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8pPr>
            <a:lvl9pPr algn="l">
              <a:defRPr sz="26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6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Quanto pode faturar</a:t>
            </a:r>
          </a:p>
        </p:txBody>
      </p:sp>
      <p:sp>
        <p:nvSpPr>
          <p:cNvPr id="21" name="closing-question-2">
            <a:extLst xmlns:a="http://schemas.openxmlformats.org/drawingml/2006/main">
              <a:ext uri="{FF2B5EF4-FFF2-40B4-BE49-F238E27FC236}">
                <a16:creationId xmlns:a16="http://schemas.microsoft.com/office/drawing/2014/main" id="{54D6B87E-257D-4901-9E26-7E74AB097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152900"/>
            <a:ext cx="4686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6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defPPr>
            <a:lvl1pPr algn="l">
              <a:defRPr sz="26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1pPr>
            <a:lvl2pPr algn="l">
              <a:defRPr sz="26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2pPr>
            <a:lvl3pPr algn="l">
              <a:defRPr sz="26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3pPr>
            <a:lvl4pPr algn="l">
              <a:defRPr sz="26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4pPr>
            <a:lvl5pPr algn="l">
              <a:defRPr sz="26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5pPr>
            <a:lvl6pPr algn="l">
              <a:defRPr sz="26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6pPr>
            <a:lvl7pPr algn="l">
              <a:defRPr sz="26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7pPr>
            <a:lvl8pPr algn="l">
              <a:defRPr sz="26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8pPr>
            <a:lvl9pPr algn="l">
              <a:defRPr sz="26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6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O que precisa corrigir</a:t>
            </a:r>
          </a:p>
        </p:txBody>
      </p:sp>
      <p:sp>
        <p:nvSpPr>
          <p:cNvPr id="22" name="closing-question-3">
            <a:extLst xmlns:a="http://schemas.openxmlformats.org/drawingml/2006/main">
              <a:ext uri="{FF2B5EF4-FFF2-40B4-BE49-F238E27FC236}">
                <a16:creationId xmlns:a16="http://schemas.microsoft.com/office/drawing/2014/main" id="{E04E0E3E-9EFE-485C-A548-1D5C85288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5229225"/>
            <a:ext cx="46863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6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defPPr>
            <a:lvl1pPr algn="l">
              <a:defRPr sz="26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1pPr>
            <a:lvl2pPr algn="l">
              <a:defRPr sz="26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2pPr>
            <a:lvl3pPr algn="l">
              <a:defRPr sz="26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3pPr>
            <a:lvl4pPr algn="l">
              <a:defRPr sz="26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4pPr>
            <a:lvl5pPr algn="l">
              <a:defRPr sz="26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5pPr>
            <a:lvl6pPr algn="l">
              <a:defRPr sz="26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6pPr>
            <a:lvl7pPr algn="l">
              <a:defRPr sz="26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7pPr>
            <a:lvl8pPr algn="l">
              <a:defRPr sz="26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8pPr>
            <a:lvl9pPr algn="l">
              <a:defRPr sz="26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6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1E6654"/>
                </a:solidFill>
                <a:latin typeface="Arial"/>
                <a:ea typeface="Arial"/>
                <a:cs typeface="Arial"/>
              </a:rPr>
              <a:t>Quais valores continuam</a:t>
            </a:r>
          </a:p>
          <a:p xmlns:a="http://schemas.openxmlformats.org/drawingml/2006/main">
            <a:pPr algn="l">
              <a:defRPr sz="26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1E6654"/>
                </a:solidFill>
                <a:latin typeface="Arial"/>
                <a:ea typeface="Arial"/>
                <a:cs typeface="Arial"/>
              </a:rPr>
              <a:t>pendentes</a:t>
            </a:r>
          </a:p>
        </p:txBody>
      </p:sp>
      <p:sp>
        <p:nvSpPr>
          <p:cNvPr id="23" name="join-to-question">
            <a:extLst xmlns:a="http://schemas.openxmlformats.org/drawingml/2006/main">
              <a:ext uri="{FF2B5EF4-FFF2-40B4-BE49-F238E27FC236}">
                <a16:creationId xmlns:a16="http://schemas.microsoft.com/office/drawing/2014/main" id="{F002E8FC-9CD5-4B13-BE98-17DBE7BEF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4524375"/>
            <a:ext cx="2257425" cy="942975"/>
          </a:xfrm>
          <a:custGeom xmlns:a="http://schemas.openxmlformats.org/drawingml/2006/main">
            <a:pathLst>
              <a:path w="2257425" h="942975">
                <a:moveTo>
                  <a:pt x="0" y="0"/>
                </a:moveTo>
                <a:cubicBezTo>
                  <a:pt x="1128713" y="0"/>
                  <a:pt x="1128713" y="942975"/>
                  <a:pt x="2257425" y="942975"/>
                </a:cubicBez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1E6654"/>
            </a:solidFill>
          </a:ln>
        </p:spPr>
      </p:sp>
      <p:sp>
        <p:nvSpPr>
          <p:cNvPr id="24" name="question-anchor">
            <a:extLst xmlns:a="http://schemas.openxmlformats.org/drawingml/2006/main">
              <a:ext uri="{FF2B5EF4-FFF2-40B4-BE49-F238E27FC236}">
                <a16:creationId xmlns:a16="http://schemas.microsoft.com/office/drawing/2014/main" id="{FA206AA9-D41E-477E-B556-527506F8F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4620" y="5436870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6654"/>
          </a:solidFill>
          <a:ln xmlns:a="http://schemas.openxmlformats.org/drawingml/2006/main" w="12383">
            <a:solidFill>
              <a:srgbClr val="1E6654"/>
            </a:solidFill>
          </a:ln>
        </p:spPr>
      </p:sp>
    </p:spTree>
    <p:extLst>
      <p:ext uri="{BB962C8B-B14F-4D97-AF65-F5344CB8AC3E}">
        <p14:creationId xmlns:p14="http://schemas.microsoft.com/office/powerpoint/2010/main" val="208719310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6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C45D713-9C91-4E21-9625-9C3C38251F0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6e5575868c6447f">
            <a:extLst>
              <a:ext uri="{96DAC541-7B7A-43D3-8B79-37D633B846F1}">
                <asvg:svgBlip xmlns:asvg="http://schemas.microsoft.com/office/drawing/2016/SVG/main" r:embed="Reecd6dcd2d7d4353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38200" y="485775"/>
            <a:ext cx="1000125" cy="205908"/>
          </a:xfrm>
          <a:prstGeom xmlns:a="http://schemas.openxmlformats.org/drawingml/2006/main" prst="rect">
            <a:avLst/>
          </a:prstGeom>
        </p:spPr>
      </p:pic>
      <p:sp>
        <p:nvSpPr>
          <p:cNvPr id="3" name="section">
            <a:extLst xmlns:a="http://schemas.openxmlformats.org/drawingml/2006/main">
              <a:ext uri="{FF2B5EF4-FFF2-40B4-BE49-F238E27FC236}">
                <a16:creationId xmlns:a16="http://schemas.microsoft.com/office/drawing/2014/main" id="{5FB54734-6EA2-49E9-8219-D0B7BF10E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04825"/>
            <a:ext cx="3257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defPPr>
            <a:lvl1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1pPr>
            <a:lvl2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2pPr>
            <a:lvl3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3pPr>
            <a:lvl4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4pPr>
            <a:lvl5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5pPr>
            <a:lvl6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6pPr>
            <a:lvl7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7pPr>
            <a:lvl8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8pPr>
            <a:lvl9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pPr>
            <a:r>
              <a: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rPr>
              <a:t>CONTEXTO TARVO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49ACF3BD-C47F-4812-80BD-6423A99EE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53175"/>
            <a:ext cx="304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defPPr>
            <a:lvl1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1pPr>
            <a:lvl2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2pPr>
            <a:lvl3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3pPr>
            <a:lvl4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4pPr>
            <a:lvl5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5pPr>
            <a:lvl6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6pPr>
            <a:lvl7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7pPr>
            <a:lvl8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8pPr>
            <a:lvl9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pPr>
            <a:r>
              <a: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rPr>
              <a:t>09</a:t>
            </a:r>
          </a:p>
        </p:txBody>
      </p:sp>
      <p:sp>
        <p:nvSpPr>
          <p:cNvPr id="5" name="days">
            <a:extLst xmlns:a="http://schemas.openxmlformats.org/drawingml/2006/main">
              <a:ext uri="{FF2B5EF4-FFF2-40B4-BE49-F238E27FC236}">
                <a16:creationId xmlns:a16="http://schemas.microsoft.com/office/drawing/2014/main" id="{63D2C49D-78F9-464B-B1F2-C7D53DCF6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524000"/>
            <a:ext cx="1952625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0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defPPr>
            <a:lvl1pPr algn="l">
              <a:defRPr sz="130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1pPr>
            <a:lvl2pPr algn="l">
              <a:defRPr sz="130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2pPr>
            <a:lvl3pPr algn="l">
              <a:defRPr sz="130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3pPr>
            <a:lvl4pPr algn="l">
              <a:defRPr sz="130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4pPr>
            <a:lvl5pPr algn="l">
              <a:defRPr sz="130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5pPr>
            <a:lvl6pPr algn="l">
              <a:defRPr sz="130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6pPr>
            <a:lvl7pPr algn="l">
              <a:defRPr sz="130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7pPr>
            <a:lvl8pPr algn="l">
              <a:defRPr sz="130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8pPr>
            <a:lvl9pPr algn="l">
              <a:defRPr sz="130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30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pPr>
            <a:r>
              <a:rPr sz="13050" b="0">
                <a:solidFill>
                  <a:srgbClr val="1E6654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6" name="duration">
            <a:extLst xmlns:a="http://schemas.openxmlformats.org/drawingml/2006/main">
              <a:ext uri="{FF2B5EF4-FFF2-40B4-BE49-F238E27FC236}">
                <a16:creationId xmlns:a16="http://schemas.microsoft.com/office/drawing/2014/main" id="{F27F8058-63E7-479B-AB0E-11086FDA3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1847850"/>
            <a:ext cx="78105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44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defPPr>
            <a:lvl1pPr algn="l">
              <a:defRPr sz="44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1pPr>
            <a:lvl2pPr algn="l">
              <a:defRPr sz="44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2pPr>
            <a:lvl3pPr algn="l">
              <a:defRPr sz="44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3pPr>
            <a:lvl4pPr algn="l">
              <a:defRPr sz="44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4pPr>
            <a:lvl5pPr algn="l">
              <a:defRPr sz="44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5pPr>
            <a:lvl6pPr algn="l">
              <a:defRPr sz="44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6pPr>
            <a:lvl7pPr algn="l">
              <a:defRPr sz="44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7pPr>
            <a:lvl8pPr algn="l">
              <a:defRPr sz="44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8pPr>
            <a:lvl9pPr algn="l">
              <a:defRPr sz="44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44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pPr>
            <a:r>
              <a:rPr sz="4425" b="0">
                <a:solidFill>
                  <a:srgbClr val="132B2A"/>
                </a:solidFill>
                <a:latin typeface="Arial"/>
                <a:ea typeface="Arial"/>
                <a:cs typeface="Arial"/>
              </a:rPr>
              <a:t>dias úteis</a:t>
            </a:r>
          </a:p>
        </p:txBody>
      </p:sp>
      <p:sp>
        <p:nvSpPr>
          <p:cNvPr id="7" name="duration-meaning">
            <a:extLst xmlns:a="http://schemas.openxmlformats.org/drawingml/2006/main">
              <a:ext uri="{FF2B5EF4-FFF2-40B4-BE49-F238E27FC236}">
                <a16:creationId xmlns:a16="http://schemas.microsoft.com/office/drawing/2014/main" id="{BAE70B2D-3F5B-462F-A763-3470D7EF0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2762250"/>
            <a:ext cx="78105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0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defPPr>
            <a:lvl1pPr algn="l">
              <a:defRPr sz="30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1pPr>
            <a:lvl2pPr algn="l">
              <a:defRPr sz="30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2pPr>
            <a:lvl3pPr algn="l">
              <a:defRPr sz="30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3pPr>
            <a:lvl4pPr algn="l">
              <a:defRPr sz="30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4pPr>
            <a:lvl5pPr algn="l">
              <a:defRPr sz="30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5pPr>
            <a:lvl6pPr algn="l">
              <a:defRPr sz="30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6pPr>
            <a:lvl7pPr algn="l">
              <a:defRPr sz="30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7pPr>
            <a:lvl8pPr algn="l">
              <a:defRPr sz="30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8pPr>
            <a:lvl9pPr algn="l">
              <a:defRPr sz="30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0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3000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para fechar o mês</a:t>
            </a:r>
          </a:p>
        </p:txBody>
      </p:sp>
      <p:sp>
        <p:nvSpPr>
          <p:cNvPr id="8" name="incorrect-charges">
            <a:extLst xmlns:a="http://schemas.openxmlformats.org/drawingml/2006/main">
              <a:ext uri="{FF2B5EF4-FFF2-40B4-BE49-F238E27FC236}">
                <a16:creationId xmlns:a16="http://schemas.microsoft.com/office/drawing/2014/main" id="{F971C2CE-66D8-4E81-84B2-C415434A5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543425"/>
            <a:ext cx="4857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4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defPPr>
            <a:lvl1pPr algn="l">
              <a:defRPr sz="24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1pPr>
            <a:lvl2pPr algn="l">
              <a:defRPr sz="24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2pPr>
            <a:lvl3pPr algn="l">
              <a:defRPr sz="24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3pPr>
            <a:lvl4pPr algn="l">
              <a:defRPr sz="24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4pPr>
            <a:lvl5pPr algn="l">
              <a:defRPr sz="24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5pPr>
            <a:lvl6pPr algn="l">
              <a:defRPr sz="24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6pPr>
            <a:lvl7pPr algn="l">
              <a:defRPr sz="24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7pPr>
            <a:lvl8pPr algn="l">
              <a:defRPr sz="24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8pPr>
            <a:lvl9pPr algn="l">
              <a:defRPr sz="24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4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32B2A"/>
                </a:solidFill>
                <a:latin typeface="Arial"/>
                <a:ea typeface="Arial"/>
                <a:cs typeface="Arial"/>
              </a:rPr>
              <a:t>Espaço para</a:t>
            </a:r>
          </a:p>
          <a:p xmlns:a="http://schemas.openxmlformats.org/drawingml/2006/main">
            <a:pPr algn="l">
              <a:defRPr sz="24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32B2A"/>
                </a:solidFill>
                <a:latin typeface="Arial"/>
                <a:ea typeface="Arial"/>
                <a:cs typeface="Arial"/>
              </a:rPr>
              <a:t>cobranças incorretas</a:t>
            </a:r>
          </a:p>
        </p:txBody>
      </p:sp>
      <p:sp>
        <p:nvSpPr>
          <p:cNvPr id="9" name="tacit-dependency">
            <a:extLst xmlns:a="http://schemas.openxmlformats.org/drawingml/2006/main">
              <a:ext uri="{FF2B5EF4-FFF2-40B4-BE49-F238E27FC236}">
                <a16:creationId xmlns:a16="http://schemas.microsoft.com/office/drawing/2014/main" id="{9415C613-7C3E-41D0-ADF2-F6AD03781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5575" y="4543425"/>
            <a:ext cx="500062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4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defPPr>
            <a:lvl1pPr algn="l">
              <a:defRPr sz="24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1pPr>
            <a:lvl2pPr algn="l">
              <a:defRPr sz="24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2pPr>
            <a:lvl3pPr algn="l">
              <a:defRPr sz="24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3pPr>
            <a:lvl4pPr algn="l">
              <a:defRPr sz="24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4pPr>
            <a:lvl5pPr algn="l">
              <a:defRPr sz="24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5pPr>
            <a:lvl6pPr algn="l">
              <a:defRPr sz="24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6pPr>
            <a:lvl7pPr algn="l">
              <a:defRPr sz="24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7pPr>
            <a:lvl8pPr algn="l">
              <a:defRPr sz="24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8pPr>
            <a:lvl9pPr algn="l">
              <a:defRPr sz="24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4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32B2A"/>
                </a:solidFill>
                <a:latin typeface="Arial"/>
                <a:ea typeface="Arial"/>
                <a:cs typeface="Arial"/>
              </a:rPr>
              <a:t>Fechamento dependente</a:t>
            </a:r>
          </a:p>
          <a:p xmlns:a="http://schemas.openxmlformats.org/drawingml/2006/main">
            <a:pPr algn="l">
              <a:defRPr sz="24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32B2A"/>
                </a:solidFill>
                <a:latin typeface="Arial"/>
                <a:ea typeface="Arial"/>
                <a:cs typeface="Arial"/>
              </a:rPr>
              <a:t>de quem conhece as regras</a:t>
            </a:r>
          </a:p>
        </p:txBody>
      </p:sp>
      <p:sp>
        <p:nvSpPr>
          <p:cNvPr id="10" name="baseline">
            <a:extLst xmlns:a="http://schemas.openxmlformats.org/drawingml/2006/main">
              <a:ext uri="{FF2B5EF4-FFF2-40B4-BE49-F238E27FC236}">
                <a16:creationId xmlns:a16="http://schemas.microsoft.com/office/drawing/2014/main" id="{37D16095-5270-49BE-897C-87AB5D4B5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181725"/>
            <a:ext cx="695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Prazo relatado no case</a:t>
            </a:r>
          </a:p>
        </p:txBody>
      </p:sp>
    </p:spTree>
    <p:extLst>
      <p:ext uri="{BB962C8B-B14F-4D97-AF65-F5344CB8AC3E}">
        <p14:creationId xmlns:p14="http://schemas.microsoft.com/office/powerpoint/2010/main" val="1978279741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6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1FD3F0E-CAAA-44A5-A8FF-677AD933E92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6a3e686b50a45ee">
            <a:extLst>
              <a:ext uri="{96DAC541-7B7A-43D3-8B79-37D633B846F1}">
                <asvg:svgBlip xmlns:asvg="http://schemas.microsoft.com/office/drawing/2016/SVG/main" r:embed="Rf46e2c3db0a844f3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38200" y="485775"/>
            <a:ext cx="1000125" cy="205908"/>
          </a:xfrm>
          <a:prstGeom xmlns:a="http://schemas.openxmlformats.org/drawingml/2006/main" prst="rect">
            <a:avLst/>
          </a:prstGeom>
        </p:spPr>
      </p:pic>
      <p:sp>
        <p:nvSpPr>
          <p:cNvPr id="3" name="section">
            <a:extLst xmlns:a="http://schemas.openxmlformats.org/drawingml/2006/main">
              <a:ext uri="{FF2B5EF4-FFF2-40B4-BE49-F238E27FC236}">
                <a16:creationId xmlns:a16="http://schemas.microsoft.com/office/drawing/2014/main" id="{F1442F87-7D2D-4C30-9E83-6C9C3822D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04825"/>
            <a:ext cx="3257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defPPr>
            <a:lvl1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1pPr>
            <a:lvl2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2pPr>
            <a:lvl3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3pPr>
            <a:lvl4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4pPr>
            <a:lvl5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5pPr>
            <a:lvl6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6pPr>
            <a:lvl7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7pPr>
            <a:lvl8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8pPr>
            <a:lvl9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pPr>
            <a:r>
              <a: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rPr>
              <a:t>CONTEXTO TARVO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2B1668C4-412E-402C-BBDB-6DF63330A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53175"/>
            <a:ext cx="304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defPPr>
            <a:lvl1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1pPr>
            <a:lvl2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2pPr>
            <a:lvl3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3pPr>
            <a:lvl4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4pPr>
            <a:lvl5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5pPr>
            <a:lvl6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6pPr>
            <a:lvl7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7pPr>
            <a:lvl8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8pPr>
            <a:lvl9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pPr>
            <a:r>
              <a: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rPr>
              <a:t>10</a:t>
            </a:r>
          </a:p>
        </p:txBody>
      </p:sp>
      <p:sp>
        <p:nvSpPr>
          <p:cNvPr id="5" name="headline-first">
            <a:extLst xmlns:a="http://schemas.openxmlformats.org/drawingml/2006/main">
              <a:ext uri="{FF2B5EF4-FFF2-40B4-BE49-F238E27FC236}">
                <a16:creationId xmlns:a16="http://schemas.microsoft.com/office/drawing/2014/main" id="{D4DD12F6-D414-4FD0-BC5B-0FBDDF2E1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266825"/>
            <a:ext cx="600075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defPPr>
            <a:lvl1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1pPr>
            <a:lvl2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2pPr>
            <a:lvl3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3pPr>
            <a:lvl4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4pPr>
            <a:lvl5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5pPr>
            <a:lvl6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6pPr>
            <a:lvl7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7pPr>
            <a:lvl8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8pPr>
            <a:lvl9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pPr>
            <a:r>
              <a:rPr sz="3750" b="0">
                <a:solidFill>
                  <a:srgbClr val="132B2A"/>
                </a:solidFill>
                <a:latin typeface="Arial"/>
                <a:ea typeface="Arial"/>
                <a:cs typeface="Arial"/>
              </a:rPr>
              <a:t>Cada operação</a:t>
            </a:r>
          </a:p>
        </p:txBody>
      </p:sp>
      <p:sp>
        <p:nvSpPr>
          <p:cNvPr id="6" name="headline-second">
            <a:extLst xmlns:a="http://schemas.openxmlformats.org/drawingml/2006/main">
              <a:ext uri="{FF2B5EF4-FFF2-40B4-BE49-F238E27FC236}">
                <a16:creationId xmlns:a16="http://schemas.microsoft.com/office/drawing/2014/main" id="{6F6B0BDF-0E3D-40D6-861C-A20D91001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95475"/>
            <a:ext cx="600075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defPPr>
            <a:lvl1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1pPr>
            <a:lvl2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2pPr>
            <a:lvl3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3pPr>
            <a:lvl4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4pPr>
            <a:lvl5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5pPr>
            <a:lvl6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6pPr>
            <a:lvl7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7pPr>
            <a:lvl8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8pPr>
            <a:lvl9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pPr>
            <a:r>
              <a:rPr sz="3750" b="0">
                <a:solidFill>
                  <a:srgbClr val="1E6654"/>
                </a:solidFill>
                <a:latin typeface="Arial"/>
                <a:ea typeface="Arial"/>
                <a:cs typeface="Arial"/>
              </a:rPr>
              <a:t>precisa da regra certa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CCBE7FC-DEA7-4E32-A8E9-3B788831343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885314b67a4016"/>
          <a:srcRect xmlns:a="http://schemas.openxmlformats.org/drawingml/2006/main" l="24100" t="8100" r="13540" b="4880"/>
          <a:stretch xmlns:a="http://schemas.openxmlformats.org/drawingml/2006/main"/>
        </p:blipFill>
        <p:spPr>
          <a:xfrm xmlns:a="http://schemas.openxmlformats.org/drawingml/2006/main">
            <a:off x="7477125" y="2752725"/>
            <a:ext cx="3352800" cy="3105150"/>
          </a:xfrm>
          <a:prstGeom xmlns:a="http://schemas.openxmlformats.org/drawingml/2006/main" prst="rect">
            <a:avLst/>
          </a:prstGeom>
        </p:spPr>
      </p:pic>
      <p:sp>
        <p:nvSpPr>
          <p:cNvPr id="8" name="what-question">
            <a:extLst xmlns:a="http://schemas.openxmlformats.org/drawingml/2006/main">
              <a:ext uri="{FF2B5EF4-FFF2-40B4-BE49-F238E27FC236}">
                <a16:creationId xmlns:a16="http://schemas.microsoft.com/office/drawing/2014/main" id="{B7784CD9-777F-4A55-A42B-05524EC03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1609725"/>
            <a:ext cx="2076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defPPr>
            <a:lvl1pPr algn="l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1pPr>
            <a:lvl2pPr algn="l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2pPr>
            <a:lvl3pPr algn="l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3pPr>
            <a:lvl4pPr algn="l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4pPr>
            <a:lvl5pPr algn="l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5pPr>
            <a:lvl6pPr algn="l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6pPr>
            <a:lvl7pPr algn="l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7pPr>
            <a:lvl8pPr algn="l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8pPr>
            <a:lvl9pPr algn="l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32B2A"/>
                </a:solidFill>
                <a:latin typeface="Arial"/>
                <a:ea typeface="Arial"/>
                <a:cs typeface="Arial"/>
              </a:rPr>
              <a:t>O que tem?</a:t>
            </a:r>
          </a:p>
        </p:txBody>
      </p:sp>
      <p:sp>
        <p:nvSpPr>
          <p:cNvPr id="9" name="what-context">
            <a:extLst xmlns:a="http://schemas.openxmlformats.org/drawingml/2006/main">
              <a:ext uri="{FF2B5EF4-FFF2-40B4-BE49-F238E27FC236}">
                <a16:creationId xmlns:a16="http://schemas.microsoft.com/office/drawing/2014/main" id="{206AC5A6-42E4-4214-BBFE-76A8E368A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114550"/>
            <a:ext cx="20764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defPPr>
            <a:lvl1pPr algn="l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1pPr>
            <a:lvl2pPr algn="l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2pPr>
            <a:lvl3pPr algn="l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3pPr>
            <a:lvl4pPr algn="l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4pPr>
            <a:lvl5pPr algn="l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5pPr>
            <a:lvl6pPr algn="l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6pPr>
            <a:lvl7pPr algn="l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7pPr>
            <a:lvl8pPr algn="l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8pPr>
            <a:lvl9pPr algn="l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Taxa e condição</a:t>
            </a:r>
          </a:p>
        </p:txBody>
      </p:sp>
      <p:sp>
        <p:nvSpPr>
          <p:cNvPr id="10" name="origin-question">
            <a:extLst xmlns:a="http://schemas.openxmlformats.org/drawingml/2006/main">
              <a:ext uri="{FF2B5EF4-FFF2-40B4-BE49-F238E27FC236}">
                <a16:creationId xmlns:a16="http://schemas.microsoft.com/office/drawing/2014/main" id="{C948CF92-7A5B-4B57-87DD-0A2C0EFE4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96425" y="1609725"/>
            <a:ext cx="2133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defPPr>
            <a:lvl1pPr algn="l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1pPr>
            <a:lvl2pPr algn="l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2pPr>
            <a:lvl3pPr algn="l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3pPr>
            <a:lvl4pPr algn="l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4pPr>
            <a:lvl5pPr algn="l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5pPr>
            <a:lvl6pPr algn="l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6pPr>
            <a:lvl7pPr algn="l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7pPr>
            <a:lvl8pPr algn="l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8pPr>
            <a:lvl9pPr algn="l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32B2A"/>
                </a:solidFill>
                <a:latin typeface="Arial"/>
                <a:ea typeface="Arial"/>
                <a:cs typeface="Arial"/>
              </a:rPr>
              <a:t>De onde veio?</a:t>
            </a:r>
          </a:p>
        </p:txBody>
      </p:sp>
      <p:sp>
        <p:nvSpPr>
          <p:cNvPr id="11" name="origin-context">
            <a:extLst xmlns:a="http://schemas.openxmlformats.org/drawingml/2006/main">
              <a:ext uri="{FF2B5EF4-FFF2-40B4-BE49-F238E27FC236}">
                <a16:creationId xmlns:a16="http://schemas.microsoft.com/office/drawing/2014/main" id="{05C86F3E-8010-43F3-90D9-45A4A08FD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96425" y="2114550"/>
            <a:ext cx="21336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defPPr>
            <a:lvl1pPr algn="l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1pPr>
            <a:lvl2pPr algn="l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2pPr>
            <a:lvl3pPr algn="l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3pPr>
            <a:lvl4pPr algn="l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4pPr>
            <a:lvl5pPr algn="l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5pPr>
            <a:lvl6pPr algn="l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6pPr>
            <a:lvl7pPr algn="l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7pPr>
            <a:lvl8pPr algn="l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8pPr>
            <a:lvl9pPr algn="l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Fonte e vigência</a:t>
            </a:r>
          </a:p>
        </p:txBody>
      </p:sp>
      <p:sp>
        <p:nvSpPr>
          <p:cNvPr id="12" name="condition-link">
            <a:extLst xmlns:a="http://schemas.openxmlformats.org/drawingml/2006/main">
              <a:ext uri="{FF2B5EF4-FFF2-40B4-BE49-F238E27FC236}">
                <a16:creationId xmlns:a16="http://schemas.microsoft.com/office/drawing/2014/main" id="{915A47BF-0ECA-4589-948A-30B4B07A5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562225"/>
            <a:ext cx="733425" cy="485775"/>
          </a:xfrm>
          <a:custGeom xmlns:a="http://schemas.openxmlformats.org/drawingml/2006/main">
            <a:pathLst>
              <a:path w="733425" h="485775">
                <a:moveTo>
                  <a:pt x="0" y="0"/>
                </a:moveTo>
                <a:cubicBezTo>
                  <a:pt x="366713" y="0"/>
                  <a:pt x="366713" y="485775"/>
                  <a:pt x="733425" y="485775"/>
                </a:cubicBezTo>
              </a:path>
            </a:pathLst>
          </a:custGeom>
          <a:noFill xmlns:a="http://schemas.openxmlformats.org/drawingml/2006/main"/>
          <a:ln xmlns:a="http://schemas.openxmlformats.org/drawingml/2006/main" w="12383">
            <a:solidFill>
              <a:srgbClr val="D7DFDA"/>
            </a:solidFill>
          </a:ln>
        </p:spPr>
      </p:sp>
      <p:sp>
        <p:nvSpPr>
          <p:cNvPr id="13" name="origin-link">
            <a:extLst xmlns:a="http://schemas.openxmlformats.org/drawingml/2006/main">
              <a:ext uri="{FF2B5EF4-FFF2-40B4-BE49-F238E27FC236}">
                <a16:creationId xmlns:a16="http://schemas.microsoft.com/office/drawing/2014/main" id="{683F7A28-C046-468A-A1A8-79CD23F93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562225"/>
            <a:ext cx="266700" cy="2124075"/>
          </a:xfrm>
          <a:custGeom xmlns:a="http://schemas.openxmlformats.org/drawingml/2006/main">
            <a:pathLst>
              <a:path w="266700" h="2124075">
                <a:moveTo>
                  <a:pt x="266700" y="0"/>
                </a:moveTo>
                <a:cubicBezTo>
                  <a:pt x="133350" y="0"/>
                  <a:pt x="133350" y="2124075"/>
                  <a:pt x="0" y="2124075"/>
                </a:cubicBezTo>
              </a:path>
            </a:pathLst>
          </a:custGeom>
          <a:noFill xmlns:a="http://schemas.openxmlformats.org/drawingml/2006/main"/>
          <a:ln xmlns:a="http://schemas.openxmlformats.org/drawingml/2006/main" w="12383">
            <a:solidFill>
              <a:srgbClr val="D7DFDA"/>
            </a:solidFill>
          </a:ln>
        </p:spPr>
      </p:sp>
      <p:sp>
        <p:nvSpPr>
          <p:cNvPr id="14" name="origin-anchor">
            <a:extLst xmlns:a="http://schemas.openxmlformats.org/drawingml/2006/main">
              <a:ext uri="{FF2B5EF4-FFF2-40B4-BE49-F238E27FC236}">
                <a16:creationId xmlns:a16="http://schemas.microsoft.com/office/drawing/2014/main" id="{6A1FC7C1-F494-4F0E-B12C-8906CD370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3188" y="4662488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6654"/>
          </a:solidFill>
          <a:ln xmlns:a="http://schemas.openxmlformats.org/drawingml/2006/main" w="12383">
            <a:solidFill>
              <a:srgbClr val="1E6654"/>
            </a:solidFill>
          </a:ln>
        </p:spPr>
      </p:sp>
      <p:sp>
        <p:nvSpPr>
          <p:cNvPr id="15" name="operation-label">
            <a:extLst xmlns:a="http://schemas.openxmlformats.org/drawingml/2006/main">
              <a:ext uri="{FF2B5EF4-FFF2-40B4-BE49-F238E27FC236}">
                <a16:creationId xmlns:a16="http://schemas.microsoft.com/office/drawing/2014/main" id="{75980DF4-B61F-4F56-9AA8-C6263B741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6010275"/>
            <a:ext cx="2781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20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defPPr>
            <a:lvl1pPr algn="ctr">
              <a:defRPr sz="20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1pPr>
            <a:lvl2pPr algn="ctr">
              <a:defRPr sz="20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2pPr>
            <a:lvl3pPr algn="ctr">
              <a:defRPr sz="20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3pPr>
            <a:lvl4pPr algn="ctr">
              <a:defRPr sz="20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4pPr>
            <a:lvl5pPr algn="ctr">
              <a:defRPr sz="20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5pPr>
            <a:lvl6pPr algn="ctr">
              <a:defRPr sz="20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6pPr>
            <a:lvl7pPr algn="ctr">
              <a:defRPr sz="20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7pPr>
            <a:lvl8pPr algn="ctr">
              <a:defRPr sz="20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8pPr>
            <a:lvl9pPr algn="ctr">
              <a:defRPr sz="20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20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E6654"/>
                </a:solidFill>
                <a:latin typeface="Arial"/>
                <a:ea typeface="Arial"/>
                <a:cs typeface="Arial"/>
              </a:rPr>
              <a:t>Operação</a:t>
            </a:r>
          </a:p>
        </p:txBody>
      </p:sp>
    </p:spTree>
    <p:extLst>
      <p:ext uri="{BB962C8B-B14F-4D97-AF65-F5344CB8AC3E}">
        <p14:creationId xmlns:p14="http://schemas.microsoft.com/office/powerpoint/2010/main" val="994583397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6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page">
            <a:extLst xmlns:a="http://schemas.openxmlformats.org/drawingml/2006/main">
              <a:ext uri="{FF2B5EF4-FFF2-40B4-BE49-F238E27FC236}">
                <a16:creationId xmlns:a16="http://schemas.microsoft.com/office/drawing/2014/main" id="{3FE22CBA-8302-48D9-A2FC-D333C3F68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53175"/>
            <a:ext cx="304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defPPr>
            <a:lvl1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1pPr>
            <a:lvl2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2pPr>
            <a:lvl3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3pPr>
            <a:lvl4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4pPr>
            <a:lvl5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5pPr>
            <a:lvl6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6pPr>
            <a:lvl7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7pPr>
            <a:lvl8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8pPr>
            <a:lvl9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pPr>
            <a:r>
              <a: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rPr>
              <a:t>11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4AA9221-DA3F-452A-8209-E395318DE31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e075fd5ec4344b0">
            <a:extLst>
              <a:ext uri="{96DAC541-7B7A-43D3-8B79-37D633B846F1}">
                <asvg:svgBlip xmlns:asvg="http://schemas.microsoft.com/office/drawing/2016/SVG/main" r:embed="Rdb0092f64f1b4f07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38200" y="2343150"/>
            <a:ext cx="4581525" cy="943255"/>
          </a:xfrm>
          <a:prstGeom xmlns:a="http://schemas.openxmlformats.org/drawingml/2006/main" prst="rect">
            <a:avLst/>
          </a:prstGeom>
        </p:spPr>
      </p:pic>
      <p:sp>
        <p:nvSpPr>
          <p:cNvPr id="4" name="solution-entry">
            <a:extLst xmlns:a="http://schemas.openxmlformats.org/drawingml/2006/main">
              <a:ext uri="{FF2B5EF4-FFF2-40B4-BE49-F238E27FC236}">
                <a16:creationId xmlns:a16="http://schemas.microsoft.com/office/drawing/2014/main" id="{FBC038B6-7E26-40FE-84F6-658DD9F84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600450"/>
            <a:ext cx="61436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4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defPPr>
            <a:lvl1pPr algn="l">
              <a:defRPr sz="24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1pPr>
            <a:lvl2pPr algn="l">
              <a:defRPr sz="24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2pPr>
            <a:lvl3pPr algn="l">
              <a:defRPr sz="24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3pPr>
            <a:lvl4pPr algn="l">
              <a:defRPr sz="24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4pPr>
            <a:lvl5pPr algn="l">
              <a:defRPr sz="24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5pPr>
            <a:lvl6pPr algn="l">
              <a:defRPr sz="24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6pPr>
            <a:lvl7pPr algn="l">
              <a:defRPr sz="24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7pPr>
            <a:lvl8pPr algn="l">
              <a:defRPr sz="24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8pPr>
            <a:lvl9pPr algn="l">
              <a:defRPr sz="24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4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Fechamento financeiro da Tarvo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46587B4-C46F-49ED-A607-31B8D168354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0c9e3a903694cf2"/>
          <a:srcRect xmlns:a="http://schemas.openxmlformats.org/drawingml/2006/main" l="18780" t="2580" r="11530" b="2950"/>
          <a:stretch xmlns:a="http://schemas.openxmlformats.org/drawingml/2006/main"/>
        </p:blipFill>
        <p:spPr>
          <a:xfrm xmlns:a="http://schemas.openxmlformats.org/drawingml/2006/main">
            <a:off x="7572375" y="1866900"/>
            <a:ext cx="3705225" cy="385762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1960302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6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7F371A8-0BB2-40A2-AC8E-F7EC8B5D11D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03bcab2436f457c">
            <a:extLst>
              <a:ext uri="{96DAC541-7B7A-43D3-8B79-37D633B846F1}">
                <asvg:svgBlip xmlns:asvg="http://schemas.microsoft.com/office/drawing/2016/SVG/main" r:embed="R7eeafe53d10f45c9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38200" y="485775"/>
            <a:ext cx="1000125" cy="205908"/>
          </a:xfrm>
          <a:prstGeom xmlns:a="http://schemas.openxmlformats.org/drawingml/2006/main" prst="rect">
            <a:avLst/>
          </a:prstGeom>
        </p:spPr>
      </p:pic>
      <p:sp>
        <p:nvSpPr>
          <p:cNvPr id="3" name="section">
            <a:extLst xmlns:a="http://schemas.openxmlformats.org/drawingml/2006/main">
              <a:ext uri="{FF2B5EF4-FFF2-40B4-BE49-F238E27FC236}">
                <a16:creationId xmlns:a16="http://schemas.microsoft.com/office/drawing/2014/main" id="{598A217E-C2C7-4A35-B82F-BB6790539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04825"/>
            <a:ext cx="3257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defPPr>
            <a:lvl1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1pPr>
            <a:lvl2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2pPr>
            <a:lvl3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3pPr>
            <a:lvl4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4pPr>
            <a:lvl5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5pPr>
            <a:lvl6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6pPr>
            <a:lvl7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7pPr>
            <a:lvl8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8pPr>
            <a:lvl9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pPr>
            <a:r>
              <a: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rPr>
              <a:t>SOLUÇÃO LASTRO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8833391C-F937-4270-914B-0E60C4C7B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53175"/>
            <a:ext cx="304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defPPr>
            <a:lvl1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1pPr>
            <a:lvl2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2pPr>
            <a:lvl3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3pPr>
            <a:lvl4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4pPr>
            <a:lvl5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5pPr>
            <a:lvl6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6pPr>
            <a:lvl7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7pPr>
            <a:lvl8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8pPr>
            <a:lvl9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pPr>
            <a:r>
              <a: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rPr>
              <a:t>12</a:t>
            </a:r>
          </a:p>
        </p:txBody>
      </p:sp>
      <p:sp>
        <p:nvSpPr>
          <p:cNvPr id="5" name="definition">
            <a:extLst xmlns:a="http://schemas.openxmlformats.org/drawingml/2006/main">
              <a:ext uri="{FF2B5EF4-FFF2-40B4-BE49-F238E27FC236}">
                <a16:creationId xmlns:a16="http://schemas.microsoft.com/office/drawing/2014/main" id="{E745CFE3-1F25-41A3-8C79-3977614AB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266825"/>
            <a:ext cx="7000875" cy="201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5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defPPr>
            <a:lvl1pPr algn="l">
              <a:defRPr sz="35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1pPr>
            <a:lvl2pPr algn="l">
              <a:defRPr sz="35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2pPr>
            <a:lvl3pPr algn="l">
              <a:defRPr sz="35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3pPr>
            <a:lvl4pPr algn="l">
              <a:defRPr sz="35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4pPr>
            <a:lvl5pPr algn="l">
              <a:defRPr sz="35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5pPr>
            <a:lvl6pPr algn="l">
              <a:defRPr sz="35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6pPr>
            <a:lvl7pPr algn="l">
              <a:defRPr sz="35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7pPr>
            <a:lvl8pPr algn="l">
              <a:defRPr sz="35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8pPr>
            <a:lvl9pPr algn="l">
              <a:defRPr sz="35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5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pPr>
            <a:r>
              <a:rPr sz="3525" b="0">
                <a:solidFill>
                  <a:srgbClr val="132B2A"/>
                </a:solidFill>
                <a:latin typeface="Arial"/>
                <a:ea typeface="Arial"/>
                <a:cs typeface="Arial"/>
              </a:rPr>
              <a:t>Um </a:t>
            </a:r>
            <a:r>
              <a:rPr sz="3525" b="0">
                <a:solidFill>
                  <a:srgbClr val="1E6654"/>
                </a:solidFill>
                <a:latin typeface="Arial"/>
                <a:ea typeface="Arial"/>
                <a:cs typeface="Arial"/>
              </a:rPr>
              <a:t>gerenciador inteligente</a:t>
            </a:r>
          </a:p>
          <a:p xmlns:a="http://schemas.openxmlformats.org/drawingml/2006/main">
            <a:pPr algn="l">
              <a:defRPr sz="35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pPr>
            <a:r>
              <a:rPr sz="3525" b="0">
                <a:solidFill>
                  <a:srgbClr val="132B2A"/>
                </a:solidFill>
                <a:latin typeface="Arial"/>
                <a:ea typeface="Arial"/>
                <a:cs typeface="Arial"/>
              </a:rPr>
              <a:t>do fechamento financeiro</a:t>
            </a:r>
          </a:p>
          <a:p xmlns:a="http://schemas.openxmlformats.org/drawingml/2006/main">
            <a:pPr algn="l">
              <a:defRPr sz="35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pPr>
            <a:r>
              <a:rPr sz="3525" b="0">
                <a:solidFill>
                  <a:srgbClr val="132B2A"/>
                </a:solidFill>
                <a:latin typeface="Arial"/>
                <a:ea typeface="Arial"/>
                <a:cs typeface="Arial"/>
              </a:rPr>
              <a:t>da Tarvo</a:t>
            </a:r>
          </a:p>
        </p:txBody>
      </p:sp>
      <p:sp>
        <p:nvSpPr>
          <p:cNvPr id="6" name="definition-detail">
            <a:extLst xmlns:a="http://schemas.openxmlformats.org/drawingml/2006/main">
              <a:ext uri="{FF2B5EF4-FFF2-40B4-BE49-F238E27FC236}">
                <a16:creationId xmlns:a16="http://schemas.microsoft.com/office/drawing/2014/main" id="{1998CE32-AD88-42F4-8312-5ED8F3E43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952875"/>
            <a:ext cx="6924675" cy="1495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defPPr>
            <a:lvl1pPr algn="l">
              <a:defRPr sz="21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1pPr>
            <a:lvl2pPr algn="l">
              <a:defRPr sz="21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2pPr>
            <a:lvl3pPr algn="l">
              <a:defRPr sz="21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3pPr>
            <a:lvl4pPr algn="l">
              <a:defRPr sz="21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4pPr>
            <a:lvl5pPr algn="l">
              <a:defRPr sz="21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5pPr>
            <a:lvl6pPr algn="l">
              <a:defRPr sz="21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6pPr>
            <a:lvl7pPr algn="l">
              <a:defRPr sz="21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7pPr>
            <a:lvl8pPr algn="l">
              <a:defRPr sz="21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8pPr>
            <a:lvl9pPr algn="l">
              <a:defRPr sz="21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Reúne os arquivos e as regras da operação.</a:t>
            </a:r>
          </a:p>
          <a:p xmlns:a="http://schemas.openxmlformats.org/drawingml/2006/main">
            <a:pPr algn="l">
              <a:defRPr sz="21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Apura comissões, confere cobranças e</a:t>
            </a:r>
          </a:p>
          <a:p xmlns:a="http://schemas.openxmlformats.org/drawingml/2006/main">
            <a:pPr algn="l">
              <a:defRPr sz="21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organiza as pendências para o financeiro.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9CFBB58-1FB2-4CF9-A0FF-14D50E32B4F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f152f1c31e64f1b"/>
          <a:srcRect xmlns:a="http://schemas.openxmlformats.org/drawingml/2006/main" l="18780" t="2580" r="11530" b="2950"/>
          <a:stretch xmlns:a="http://schemas.openxmlformats.org/drawingml/2006/main"/>
        </p:blipFill>
        <p:spPr>
          <a:xfrm xmlns:a="http://schemas.openxmlformats.org/drawingml/2006/main">
            <a:off x="8001000" y="2524125"/>
            <a:ext cx="3305175" cy="33718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1600467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6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40AE2E4-A995-4E18-BCE7-24C93DB6A8C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30accc010444982">
            <a:extLst>
              <a:ext uri="{96DAC541-7B7A-43D3-8B79-37D633B846F1}">
                <asvg:svgBlip xmlns:asvg="http://schemas.microsoft.com/office/drawing/2016/SVG/main" r:embed="Rb48feb1a088441b9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38200" y="485775"/>
            <a:ext cx="1000125" cy="205908"/>
          </a:xfrm>
          <a:prstGeom xmlns:a="http://schemas.openxmlformats.org/drawingml/2006/main" prst="rect">
            <a:avLst/>
          </a:prstGeom>
        </p:spPr>
      </p:pic>
      <p:sp>
        <p:nvSpPr>
          <p:cNvPr id="3" name="section">
            <a:extLst xmlns:a="http://schemas.openxmlformats.org/drawingml/2006/main">
              <a:ext uri="{FF2B5EF4-FFF2-40B4-BE49-F238E27FC236}">
                <a16:creationId xmlns:a16="http://schemas.microsoft.com/office/drawing/2014/main" id="{1E6709AF-5654-4F67-B039-6BB894678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04825"/>
            <a:ext cx="3257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defPPr>
            <a:lvl1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1pPr>
            <a:lvl2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2pPr>
            <a:lvl3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3pPr>
            <a:lvl4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4pPr>
            <a:lvl5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5pPr>
            <a:lvl6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6pPr>
            <a:lvl7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7pPr>
            <a:lvl8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8pPr>
            <a:lvl9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pPr>
            <a:r>
              <a: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rPr>
              <a:t>SOLUÇÃO LASTRO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91060CA9-5093-4A67-97C5-ED42475E2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53175"/>
            <a:ext cx="304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defPPr>
            <a:lvl1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1pPr>
            <a:lvl2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2pPr>
            <a:lvl3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3pPr>
            <a:lvl4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4pPr>
            <a:lvl5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5pPr>
            <a:lvl6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6pPr>
            <a:lvl7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7pPr>
            <a:lvl8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8pPr>
            <a:lvl9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pPr>
            <a:r>
              <a: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rPr>
              <a:t>13</a:t>
            </a:r>
          </a:p>
        </p:txBody>
      </p:sp>
      <p:sp>
        <p:nvSpPr>
          <p:cNvPr id="5" name="headline-first">
            <a:extLst xmlns:a="http://schemas.openxmlformats.org/drawingml/2006/main">
              <a:ext uri="{FF2B5EF4-FFF2-40B4-BE49-F238E27FC236}">
                <a16:creationId xmlns:a16="http://schemas.microsoft.com/office/drawing/2014/main" id="{4749E851-C282-429B-A932-81C550685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266825"/>
            <a:ext cx="1000125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defPPr>
            <a:lvl1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1pPr>
            <a:lvl2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2pPr>
            <a:lvl3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3pPr>
            <a:lvl4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4pPr>
            <a:lvl5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5pPr>
            <a:lvl6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6pPr>
            <a:lvl7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7pPr>
            <a:lvl8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8pPr>
            <a:lvl9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pPr>
            <a:r>
              <a:rPr sz="3750" b="0">
                <a:solidFill>
                  <a:srgbClr val="132B2A"/>
                </a:solidFill>
                <a:latin typeface="Arial"/>
                <a:ea typeface="Arial"/>
                <a:cs typeface="Arial"/>
              </a:rPr>
              <a:t>Recebe os arquivos</a:t>
            </a:r>
          </a:p>
        </p:txBody>
      </p:sp>
      <p:sp>
        <p:nvSpPr>
          <p:cNvPr id="6" name="headline-second">
            <a:extLst xmlns:a="http://schemas.openxmlformats.org/drawingml/2006/main">
              <a:ext uri="{FF2B5EF4-FFF2-40B4-BE49-F238E27FC236}">
                <a16:creationId xmlns:a16="http://schemas.microsoft.com/office/drawing/2014/main" id="{EC9460FF-9FFF-43EB-8441-9C65096D2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95475"/>
            <a:ext cx="1000125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defPPr>
            <a:lvl1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1pPr>
            <a:lvl2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2pPr>
            <a:lvl3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3pPr>
            <a:lvl4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4pPr>
            <a:lvl5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5pPr>
            <a:lvl6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6pPr>
            <a:lvl7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7pPr>
            <a:lvl8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8pPr>
            <a:lvl9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pPr>
            <a:r>
              <a:rPr sz="3750" b="0">
                <a:solidFill>
                  <a:srgbClr val="1E6654"/>
                </a:solidFill>
                <a:latin typeface="Arial"/>
                <a:ea typeface="Arial"/>
                <a:cs typeface="Arial"/>
              </a:rPr>
              <a:t>como chegam</a:t>
            </a:r>
          </a:p>
        </p:txBody>
      </p:sp>
      <p:sp>
        <p:nvSpPr>
          <p:cNvPr id="7" name="source-0">
            <a:extLst xmlns:a="http://schemas.openxmlformats.org/drawingml/2006/main">
              <a:ext uri="{FF2B5EF4-FFF2-40B4-BE49-F238E27FC236}">
                <a16:creationId xmlns:a16="http://schemas.microsoft.com/office/drawing/2014/main" id="{0BCE8863-CAFB-4670-8727-EBF365096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28950"/>
            <a:ext cx="4286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defPPr>
            <a:lvl1pPr algn="l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1pPr>
            <a:lvl2pPr algn="l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2pPr>
            <a:lvl3pPr algn="l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3pPr>
            <a:lvl4pPr algn="l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4pPr>
            <a:lvl5pPr algn="l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5pPr>
            <a:lvl6pPr algn="l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6pPr>
            <a:lvl7pPr algn="l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7pPr>
            <a:lvl8pPr algn="l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8pPr>
            <a:lvl9pPr algn="l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32B2A"/>
                </a:solidFill>
                <a:latin typeface="Arial"/>
                <a:ea typeface="Arial"/>
                <a:cs typeface="Arial"/>
              </a:rPr>
              <a:t>Orbe e ajustes</a:t>
            </a:r>
          </a:p>
        </p:txBody>
      </p:sp>
      <p:sp>
        <p:nvSpPr>
          <p:cNvPr id="8" name="source-format-0">
            <a:extLst xmlns:a="http://schemas.openxmlformats.org/drawingml/2006/main">
              <a:ext uri="{FF2B5EF4-FFF2-40B4-BE49-F238E27FC236}">
                <a16:creationId xmlns:a16="http://schemas.microsoft.com/office/drawing/2014/main" id="{C7E42EFD-EDD1-44F5-AA3A-E982CB2EA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00425"/>
            <a:ext cx="4286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defPPr>
            <a:lvl1pPr algn="l">
              <a:defRPr sz="135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1pPr>
            <a:lvl2pPr algn="l">
              <a:defRPr sz="135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2pPr>
            <a:lvl3pPr algn="l">
              <a:defRPr sz="135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3pPr>
            <a:lvl4pPr algn="l">
              <a:defRPr sz="135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4pPr>
            <a:lvl5pPr algn="l">
              <a:defRPr sz="135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5pPr>
            <a:lvl6pPr algn="l">
              <a:defRPr sz="135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6pPr>
            <a:lvl7pPr algn="l">
              <a:defRPr sz="135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7pPr>
            <a:lvl8pPr algn="l">
              <a:defRPr sz="135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8pPr>
            <a:lvl9pPr algn="l">
              <a:defRPr sz="135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pPr>
            <a:r>
              <a:rPr sz="135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rPr>
              <a:t>CSV</a:t>
            </a:r>
          </a:p>
        </p:txBody>
      </p:sp>
      <p:sp>
        <p:nvSpPr>
          <p:cNvPr id="9" name="source-link-0">
            <a:extLst xmlns:a="http://schemas.openxmlformats.org/drawingml/2006/main">
              <a:ext uri="{FF2B5EF4-FFF2-40B4-BE49-F238E27FC236}">
                <a16:creationId xmlns:a16="http://schemas.microsoft.com/office/drawing/2014/main" id="{A9568321-59A2-4FF9-9C29-5D86F201E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3286125"/>
            <a:ext cx="2095500" cy="1190625"/>
          </a:xfrm>
          <a:custGeom xmlns:a="http://schemas.openxmlformats.org/drawingml/2006/main">
            <a:pathLst>
              <a:path w="2095500" h="1190625">
                <a:moveTo>
                  <a:pt x="0" y="0"/>
                </a:moveTo>
                <a:cubicBezTo>
                  <a:pt x="1047750" y="0"/>
                  <a:pt x="1047750" y="1190625"/>
                  <a:pt x="2095500" y="1190625"/>
                </a:cubicBezTo>
              </a:path>
            </a:pathLst>
          </a:custGeom>
          <a:noFill xmlns:a="http://schemas.openxmlformats.org/drawingml/2006/main"/>
          <a:ln xmlns:a="http://schemas.openxmlformats.org/drawingml/2006/main" w="12383">
            <a:solidFill>
              <a:srgbClr val="D7DFDA"/>
            </a:solidFill>
          </a:ln>
        </p:spPr>
      </p:sp>
      <p:sp>
        <p:nvSpPr>
          <p:cNvPr id="10" name="source-1">
            <a:extLst xmlns:a="http://schemas.openxmlformats.org/drawingml/2006/main">
              <a:ext uri="{FF2B5EF4-FFF2-40B4-BE49-F238E27FC236}">
                <a16:creationId xmlns:a16="http://schemas.microsoft.com/office/drawing/2014/main" id="{FB31C564-0ACA-40F3-9EE6-965DA454E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800475"/>
            <a:ext cx="4286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defPPr>
            <a:lvl1pPr algn="l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1pPr>
            <a:lvl2pPr algn="l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2pPr>
            <a:lvl3pPr algn="l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3pPr>
            <a:lvl4pPr algn="l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4pPr>
            <a:lvl5pPr algn="l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5pPr>
            <a:lvl6pPr algn="l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6pPr>
            <a:lvl7pPr algn="l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7pPr>
            <a:lvl8pPr algn="l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8pPr>
            <a:lvl9pPr algn="l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32B2A"/>
                </a:solidFill>
                <a:latin typeface="Arial"/>
                <a:ea typeface="Arial"/>
                <a:cs typeface="Arial"/>
              </a:rPr>
              <a:t>E-mail da Ponte</a:t>
            </a:r>
          </a:p>
        </p:txBody>
      </p:sp>
      <p:sp>
        <p:nvSpPr>
          <p:cNvPr id="11" name="source-format-1">
            <a:extLst xmlns:a="http://schemas.openxmlformats.org/drawingml/2006/main">
              <a:ext uri="{FF2B5EF4-FFF2-40B4-BE49-F238E27FC236}">
                <a16:creationId xmlns:a16="http://schemas.microsoft.com/office/drawing/2014/main" id="{971AE6E1-36DF-48A5-A194-7CEE5AE7C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171950"/>
            <a:ext cx="4286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defPPr>
            <a:lvl1pPr algn="l">
              <a:defRPr sz="135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1pPr>
            <a:lvl2pPr algn="l">
              <a:defRPr sz="135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2pPr>
            <a:lvl3pPr algn="l">
              <a:defRPr sz="135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3pPr>
            <a:lvl4pPr algn="l">
              <a:defRPr sz="135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4pPr>
            <a:lvl5pPr algn="l">
              <a:defRPr sz="135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5pPr>
            <a:lvl6pPr algn="l">
              <a:defRPr sz="135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6pPr>
            <a:lvl7pPr algn="l">
              <a:defRPr sz="135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7pPr>
            <a:lvl8pPr algn="l">
              <a:defRPr sz="135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8pPr>
            <a:lvl9pPr algn="l">
              <a:defRPr sz="135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pPr>
            <a:r>
              <a:rPr sz="135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rPr>
              <a:t>XLSX no anexo</a:t>
            </a:r>
          </a:p>
        </p:txBody>
      </p:sp>
      <p:sp>
        <p:nvSpPr>
          <p:cNvPr id="12" name="source-link-1">
            <a:extLst xmlns:a="http://schemas.openxmlformats.org/drawingml/2006/main">
              <a:ext uri="{FF2B5EF4-FFF2-40B4-BE49-F238E27FC236}">
                <a16:creationId xmlns:a16="http://schemas.microsoft.com/office/drawing/2014/main" id="{C9D32E1C-B708-448C-BA31-C25185C41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4057650"/>
            <a:ext cx="2095500" cy="419100"/>
          </a:xfrm>
          <a:custGeom xmlns:a="http://schemas.openxmlformats.org/drawingml/2006/main">
            <a:pathLst>
              <a:path w="2095500" h="419100">
                <a:moveTo>
                  <a:pt x="0" y="0"/>
                </a:moveTo>
                <a:cubicBezTo>
                  <a:pt x="1047750" y="0"/>
                  <a:pt x="1047750" y="419100"/>
                  <a:pt x="2095500" y="419100"/>
                </a:cubicBezTo>
              </a:path>
            </a:pathLst>
          </a:custGeom>
          <a:noFill xmlns:a="http://schemas.openxmlformats.org/drawingml/2006/main"/>
          <a:ln xmlns:a="http://schemas.openxmlformats.org/drawingml/2006/main" w="12383">
            <a:solidFill>
              <a:srgbClr val="D7DFDA"/>
            </a:solidFill>
          </a:ln>
        </p:spPr>
      </p:sp>
      <p:sp>
        <p:nvSpPr>
          <p:cNvPr id="13" name="source-2">
            <a:extLst xmlns:a="http://schemas.openxmlformats.org/drawingml/2006/main">
              <a:ext uri="{FF2B5EF4-FFF2-40B4-BE49-F238E27FC236}">
                <a16:creationId xmlns:a16="http://schemas.microsoft.com/office/drawing/2014/main" id="{389198B1-125B-46A0-81CF-8D81C7E13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572000"/>
            <a:ext cx="4286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defPPr>
            <a:lvl1pPr algn="l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1pPr>
            <a:lvl2pPr algn="l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2pPr>
            <a:lvl3pPr algn="l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3pPr>
            <a:lvl4pPr algn="l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4pPr>
            <a:lvl5pPr algn="l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5pPr>
            <a:lvl6pPr algn="l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6pPr>
            <a:lvl7pPr algn="l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7pPr>
            <a:lvl8pPr algn="l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8pPr>
            <a:lvl9pPr algn="l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32B2A"/>
                </a:solidFill>
                <a:latin typeface="Arial"/>
                <a:ea typeface="Arial"/>
                <a:cs typeface="Arial"/>
              </a:rPr>
              <a:t>Taxas e plano de contas</a:t>
            </a:r>
          </a:p>
        </p:txBody>
      </p:sp>
      <p:sp>
        <p:nvSpPr>
          <p:cNvPr id="14" name="source-format-2">
            <a:extLst xmlns:a="http://schemas.openxmlformats.org/drawingml/2006/main">
              <a:ext uri="{FF2B5EF4-FFF2-40B4-BE49-F238E27FC236}">
                <a16:creationId xmlns:a16="http://schemas.microsoft.com/office/drawing/2014/main" id="{A83BA620-D76A-4DFE-8CFD-A4485E7A8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943475"/>
            <a:ext cx="4286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defPPr>
            <a:lvl1pPr algn="l">
              <a:defRPr sz="135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1pPr>
            <a:lvl2pPr algn="l">
              <a:defRPr sz="135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2pPr>
            <a:lvl3pPr algn="l">
              <a:defRPr sz="135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3pPr>
            <a:lvl4pPr algn="l">
              <a:defRPr sz="135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4pPr>
            <a:lvl5pPr algn="l">
              <a:defRPr sz="135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5pPr>
            <a:lvl6pPr algn="l">
              <a:defRPr sz="135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6pPr>
            <a:lvl7pPr algn="l">
              <a:defRPr sz="135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7pPr>
            <a:lvl8pPr algn="l">
              <a:defRPr sz="135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8pPr>
            <a:lvl9pPr algn="l">
              <a:defRPr sz="135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pPr>
            <a:r>
              <a:rPr sz="135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rPr>
              <a:t>XLSX / CSV</a:t>
            </a:r>
          </a:p>
        </p:txBody>
      </p:sp>
      <p:sp>
        <p:nvSpPr>
          <p:cNvPr id="15" name="source-link-2">
            <a:extLst xmlns:a="http://schemas.openxmlformats.org/drawingml/2006/main">
              <a:ext uri="{FF2B5EF4-FFF2-40B4-BE49-F238E27FC236}">
                <a16:creationId xmlns:a16="http://schemas.microsoft.com/office/drawing/2014/main" id="{AFDD123E-695F-4B2F-8EA4-83639AE5D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4476750"/>
            <a:ext cx="2095500" cy="352425"/>
          </a:xfrm>
          <a:custGeom xmlns:a="http://schemas.openxmlformats.org/drawingml/2006/main">
            <a:pathLst>
              <a:path w="2095500" h="352425">
                <a:moveTo>
                  <a:pt x="0" y="352425"/>
                </a:moveTo>
                <a:cubicBezTo>
                  <a:pt x="1047750" y="352425"/>
                  <a:pt x="1047750" y="0"/>
                  <a:pt x="2095500" y="0"/>
                </a:cubicBezTo>
              </a:path>
            </a:pathLst>
          </a:custGeom>
          <a:noFill xmlns:a="http://schemas.openxmlformats.org/drawingml/2006/main"/>
          <a:ln xmlns:a="http://schemas.openxmlformats.org/drawingml/2006/main" w="12383">
            <a:solidFill>
              <a:srgbClr val="D7DFDA"/>
            </a:solidFill>
          </a:ln>
        </p:spPr>
      </p:sp>
      <p:sp>
        <p:nvSpPr>
          <p:cNvPr id="16" name="source-3">
            <a:extLst xmlns:a="http://schemas.openxmlformats.org/drawingml/2006/main">
              <a:ext uri="{FF2B5EF4-FFF2-40B4-BE49-F238E27FC236}">
                <a16:creationId xmlns:a16="http://schemas.microsoft.com/office/drawing/2014/main" id="{679D1094-30EC-4E9E-8EFB-0ABB8B4F1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5343525"/>
            <a:ext cx="4286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defPPr>
            <a:lvl1pPr algn="l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1pPr>
            <a:lvl2pPr algn="l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2pPr>
            <a:lvl3pPr algn="l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3pPr>
            <a:lvl4pPr algn="l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4pPr>
            <a:lvl5pPr algn="l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5pPr>
            <a:lvl6pPr algn="l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6pPr>
            <a:lvl7pPr algn="l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7pPr>
            <a:lvl8pPr algn="l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8pPr>
            <a:lvl9pPr algn="l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32B2A"/>
                </a:solidFill>
                <a:latin typeface="Arial"/>
                <a:ea typeface="Arial"/>
                <a:cs typeface="Arial"/>
              </a:rPr>
              <a:t>Dois bancos</a:t>
            </a:r>
          </a:p>
        </p:txBody>
      </p:sp>
      <p:sp>
        <p:nvSpPr>
          <p:cNvPr id="17" name="source-format-3">
            <a:extLst xmlns:a="http://schemas.openxmlformats.org/drawingml/2006/main">
              <a:ext uri="{FF2B5EF4-FFF2-40B4-BE49-F238E27FC236}">
                <a16:creationId xmlns:a16="http://schemas.microsoft.com/office/drawing/2014/main" id="{C4850887-8C89-4E20-97E8-3292335C7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5715000"/>
            <a:ext cx="4286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defPPr>
            <a:lvl1pPr algn="l">
              <a:defRPr sz="135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1pPr>
            <a:lvl2pPr algn="l">
              <a:defRPr sz="135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2pPr>
            <a:lvl3pPr algn="l">
              <a:defRPr sz="135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3pPr>
            <a:lvl4pPr algn="l">
              <a:defRPr sz="135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4pPr>
            <a:lvl5pPr algn="l">
              <a:defRPr sz="135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5pPr>
            <a:lvl6pPr algn="l">
              <a:defRPr sz="135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6pPr>
            <a:lvl7pPr algn="l">
              <a:defRPr sz="135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7pPr>
            <a:lvl8pPr algn="l">
              <a:defRPr sz="135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8pPr>
            <a:lvl9pPr algn="l">
              <a:defRPr sz="135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pPr>
            <a:r>
              <a:rPr sz="135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rPr>
              <a:t>CSV / OFX</a:t>
            </a:r>
          </a:p>
        </p:txBody>
      </p:sp>
      <p:sp>
        <p:nvSpPr>
          <p:cNvPr id="18" name="source-link-3">
            <a:extLst xmlns:a="http://schemas.openxmlformats.org/drawingml/2006/main">
              <a:ext uri="{FF2B5EF4-FFF2-40B4-BE49-F238E27FC236}">
                <a16:creationId xmlns:a16="http://schemas.microsoft.com/office/drawing/2014/main" id="{3DD7B62E-3BAB-4350-91EB-4F889E80C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4476750"/>
            <a:ext cx="2095500" cy="1123950"/>
          </a:xfrm>
          <a:custGeom xmlns:a="http://schemas.openxmlformats.org/drawingml/2006/main">
            <a:pathLst>
              <a:path w="2095500" h="1123950">
                <a:moveTo>
                  <a:pt x="0" y="1123950"/>
                </a:moveTo>
                <a:cubicBezTo>
                  <a:pt x="1047750" y="1123950"/>
                  <a:pt x="1047750" y="0"/>
                  <a:pt x="2095500" y="0"/>
                </a:cubicBezTo>
              </a:path>
            </a:pathLst>
          </a:custGeom>
          <a:noFill xmlns:a="http://schemas.openxmlformats.org/drawingml/2006/main"/>
          <a:ln xmlns:a="http://schemas.openxmlformats.org/drawingml/2006/main" w="12383">
            <a:solidFill>
              <a:srgbClr val="D7DFDA"/>
            </a:solidFill>
          </a:ln>
        </p:spPr>
      </p:sp>
      <p:pic>
        <p:nvPic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B64534B-7F1E-451C-970F-E14271ABE0B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60c74ce0f8c49a7"/>
          <a:srcRect xmlns:a="http://schemas.openxmlformats.org/drawingml/2006/main" l="18780" t="2580" r="11530" b="2950"/>
          <a:stretch xmlns:a="http://schemas.openxmlformats.org/drawingml/2006/main"/>
        </p:blipFill>
        <p:spPr>
          <a:xfrm xmlns:a="http://schemas.openxmlformats.org/drawingml/2006/main">
            <a:off x="7677150" y="2867025"/>
            <a:ext cx="3305175" cy="3295650"/>
          </a:xfrm>
          <a:prstGeom xmlns:a="http://schemas.openxmlformats.org/drawingml/2006/main" prst="rect">
            <a:avLst/>
          </a:prstGeom>
        </p:spPr>
      </p:pic>
      <p:sp>
        <p:nvSpPr>
          <p:cNvPr id="20" name="unified-files">
            <a:extLst xmlns:a="http://schemas.openxmlformats.org/drawingml/2006/main">
              <a:ext uri="{FF2B5EF4-FFF2-40B4-BE49-F238E27FC236}">
                <a16:creationId xmlns:a16="http://schemas.microsoft.com/office/drawing/2014/main" id="{C0BCBB0A-69C7-4185-B131-DD2903488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8575" y="6191250"/>
            <a:ext cx="333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7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defPPr>
            <a:lvl1pPr algn="ctr">
              <a:defRPr sz="17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1pPr>
            <a:lvl2pPr algn="ctr">
              <a:defRPr sz="17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2pPr>
            <a:lvl3pPr algn="ctr">
              <a:defRPr sz="17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3pPr>
            <a:lvl4pPr algn="ctr">
              <a:defRPr sz="17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4pPr>
            <a:lvl5pPr algn="ctr">
              <a:defRPr sz="17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5pPr>
            <a:lvl6pPr algn="ctr">
              <a:defRPr sz="17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6pPr>
            <a:lvl7pPr algn="ctr">
              <a:defRPr sz="17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7pPr>
            <a:lvl8pPr algn="ctr">
              <a:defRPr sz="17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8pPr>
            <a:lvl9pPr algn="ctr">
              <a:defRPr sz="17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7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E6654"/>
                </a:solidFill>
                <a:latin typeface="Arial"/>
                <a:ea typeface="Arial"/>
                <a:cs typeface="Arial"/>
              </a:rPr>
              <a:t>Arquivos preservados</a:t>
            </a:r>
          </a:p>
        </p:txBody>
      </p:sp>
    </p:spTree>
    <p:extLst>
      <p:ext uri="{BB962C8B-B14F-4D97-AF65-F5344CB8AC3E}">
        <p14:creationId xmlns:p14="http://schemas.microsoft.com/office/powerpoint/2010/main" val="1555894298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6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5FE7ECA-FE8F-4547-8504-D15C5481C61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f5883597f9945fe">
            <a:extLst>
              <a:ext uri="{96DAC541-7B7A-43D3-8B79-37D633B846F1}">
                <asvg:svgBlip xmlns:asvg="http://schemas.microsoft.com/office/drawing/2016/SVG/main" r:embed="Rc982bd00900b461e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38200" y="485775"/>
            <a:ext cx="1000125" cy="205908"/>
          </a:xfrm>
          <a:prstGeom xmlns:a="http://schemas.openxmlformats.org/drawingml/2006/main" prst="rect">
            <a:avLst/>
          </a:prstGeom>
        </p:spPr>
      </p:pic>
      <p:sp>
        <p:nvSpPr>
          <p:cNvPr id="3" name="section">
            <a:extLst xmlns:a="http://schemas.openxmlformats.org/drawingml/2006/main">
              <a:ext uri="{FF2B5EF4-FFF2-40B4-BE49-F238E27FC236}">
                <a16:creationId xmlns:a16="http://schemas.microsoft.com/office/drawing/2014/main" id="{F9AA1515-904F-451F-9187-EEEEDEDE4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04825"/>
            <a:ext cx="3257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defPPr>
            <a:lvl1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1pPr>
            <a:lvl2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2pPr>
            <a:lvl3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3pPr>
            <a:lvl4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4pPr>
            <a:lvl5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5pPr>
            <a:lvl6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6pPr>
            <a:lvl7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7pPr>
            <a:lvl8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8pPr>
            <a:lvl9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pPr>
            <a:r>
              <a: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rPr>
              <a:t>SOLUÇÃO LASTRO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14C41F8D-6960-482E-9302-1015AE7E4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53175"/>
            <a:ext cx="304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defPPr>
            <a:lvl1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1pPr>
            <a:lvl2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2pPr>
            <a:lvl3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3pPr>
            <a:lvl4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4pPr>
            <a:lvl5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5pPr>
            <a:lvl6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6pPr>
            <a:lvl7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7pPr>
            <a:lvl8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8pPr>
            <a:lvl9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pPr>
            <a:r>
              <a: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rPr>
              <a:t>14</a:t>
            </a:r>
          </a:p>
        </p:txBody>
      </p:sp>
      <p:sp>
        <p:nvSpPr>
          <p:cNvPr id="5" name="headline-first">
            <a:extLst xmlns:a="http://schemas.openxmlformats.org/drawingml/2006/main">
              <a:ext uri="{FF2B5EF4-FFF2-40B4-BE49-F238E27FC236}">
                <a16:creationId xmlns:a16="http://schemas.microsoft.com/office/drawing/2014/main" id="{47CD4053-97E9-48E5-AD9C-9F8DB2DE4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266825"/>
            <a:ext cx="1000125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defPPr>
            <a:lvl1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1pPr>
            <a:lvl2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2pPr>
            <a:lvl3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3pPr>
            <a:lvl4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4pPr>
            <a:lvl5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5pPr>
            <a:lvl6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6pPr>
            <a:lvl7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7pPr>
            <a:lvl8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8pPr>
            <a:lvl9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pPr>
            <a:r>
              <a:rPr sz="3750" b="0">
                <a:solidFill>
                  <a:srgbClr val="132B2A"/>
                </a:solidFill>
                <a:latin typeface="Arial"/>
                <a:ea typeface="Arial"/>
                <a:cs typeface="Arial"/>
              </a:rPr>
              <a:t>Liga cada operação</a:t>
            </a:r>
          </a:p>
        </p:txBody>
      </p:sp>
      <p:sp>
        <p:nvSpPr>
          <p:cNvPr id="6" name="headline-second">
            <a:extLst xmlns:a="http://schemas.openxmlformats.org/drawingml/2006/main">
              <a:ext uri="{FF2B5EF4-FFF2-40B4-BE49-F238E27FC236}">
                <a16:creationId xmlns:a16="http://schemas.microsoft.com/office/drawing/2014/main" id="{30428FCF-E51F-4153-B851-BC8E10564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95475"/>
            <a:ext cx="1000125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defPPr>
            <a:lvl1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1pPr>
            <a:lvl2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2pPr>
            <a:lvl3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3pPr>
            <a:lvl4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4pPr>
            <a:lvl5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5pPr>
            <a:lvl6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6pPr>
            <a:lvl7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7pPr>
            <a:lvl8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8pPr>
            <a:lvl9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pPr>
            <a:r>
              <a:rPr sz="3750" b="0">
                <a:solidFill>
                  <a:srgbClr val="1E6654"/>
                </a:solidFill>
                <a:latin typeface="Arial"/>
                <a:ea typeface="Arial"/>
                <a:cs typeface="Arial"/>
              </a:rPr>
              <a:t>à condição aplicável</a:t>
            </a:r>
          </a:p>
        </p:txBody>
      </p:sp>
      <p:sp>
        <p:nvSpPr>
          <p:cNvPr id="7" name="condition-0">
            <a:extLst xmlns:a="http://schemas.openxmlformats.org/drawingml/2006/main">
              <a:ext uri="{FF2B5EF4-FFF2-40B4-BE49-F238E27FC236}">
                <a16:creationId xmlns:a16="http://schemas.microsoft.com/office/drawing/2014/main" id="{411274C7-D069-49D7-B239-112D3D4D5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009900"/>
            <a:ext cx="47625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defPPr>
            <a:lvl1pPr algn="l">
              <a:defRPr sz="217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1pPr>
            <a:lvl2pPr algn="l">
              <a:defRPr sz="217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2pPr>
            <a:lvl3pPr algn="l">
              <a:defRPr sz="217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3pPr>
            <a:lvl4pPr algn="l">
              <a:defRPr sz="217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4pPr>
            <a:lvl5pPr algn="l">
              <a:defRPr sz="217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5pPr>
            <a:lvl6pPr algn="l">
              <a:defRPr sz="217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6pPr>
            <a:lvl7pPr algn="l">
              <a:defRPr sz="217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7pPr>
            <a:lvl8pPr algn="l">
              <a:defRPr sz="217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8pPr>
            <a:lvl9pPr algn="l">
              <a:defRPr sz="217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32B2A"/>
                </a:solidFill>
                <a:latin typeface="Arial"/>
                <a:ea typeface="Arial"/>
                <a:cs typeface="Arial"/>
              </a:rPr>
              <a:t>Lojista</a:t>
            </a:r>
          </a:p>
        </p:txBody>
      </p:sp>
      <p:sp>
        <p:nvSpPr>
          <p:cNvPr id="8" name="condition-detail-0">
            <a:extLst xmlns:a="http://schemas.openxmlformats.org/drawingml/2006/main">
              <a:ext uri="{FF2B5EF4-FFF2-40B4-BE49-F238E27FC236}">
                <a16:creationId xmlns:a16="http://schemas.microsoft.com/office/drawing/2014/main" id="{53A75E64-FC9F-4C3F-AB9E-4DA5570C0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438525"/>
            <a:ext cx="476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defPPr>
            <a:lvl1pPr algn="l">
              <a:defRPr sz="16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1pPr>
            <a:lvl2pPr algn="l">
              <a:defRPr sz="16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2pPr>
            <a:lvl3pPr algn="l">
              <a:defRPr sz="16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3pPr>
            <a:lvl4pPr algn="l">
              <a:defRPr sz="16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4pPr>
            <a:lvl5pPr algn="l">
              <a:defRPr sz="16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5pPr>
            <a:lvl6pPr algn="l">
              <a:defRPr sz="16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6pPr>
            <a:lvl7pPr algn="l">
              <a:defRPr sz="16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7pPr>
            <a:lvl8pPr algn="l">
              <a:defRPr sz="16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8pPr>
            <a:lvl9pPr algn="l">
              <a:defRPr sz="16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Identidade confirmada</a:t>
            </a:r>
          </a:p>
        </p:txBody>
      </p:sp>
      <p:sp>
        <p:nvSpPr>
          <p:cNvPr id="9" name="match-link-0">
            <a:extLst xmlns:a="http://schemas.openxmlformats.org/drawingml/2006/main">
              <a:ext uri="{FF2B5EF4-FFF2-40B4-BE49-F238E27FC236}">
                <a16:creationId xmlns:a16="http://schemas.microsoft.com/office/drawing/2014/main" id="{AD59C9B8-A2FB-48A3-9DA5-C5521449B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3276600"/>
            <a:ext cx="1809750" cy="1076325"/>
          </a:xfrm>
          <a:custGeom xmlns:a="http://schemas.openxmlformats.org/drawingml/2006/main">
            <a:pathLst>
              <a:path w="1809750" h="1076325">
                <a:moveTo>
                  <a:pt x="0" y="0"/>
                </a:moveTo>
                <a:cubicBezTo>
                  <a:pt x="904875" y="0"/>
                  <a:pt x="904875" y="1076325"/>
                  <a:pt x="1809750" y="1076325"/>
                </a:cubicBezTo>
              </a:path>
            </a:pathLst>
          </a:custGeom>
          <a:noFill xmlns:a="http://schemas.openxmlformats.org/drawingml/2006/main"/>
          <a:ln xmlns:a="http://schemas.openxmlformats.org/drawingml/2006/main" w="12383">
            <a:solidFill>
              <a:srgbClr val="D7DFDA"/>
            </a:solidFill>
          </a:ln>
        </p:spPr>
      </p:sp>
      <p:sp>
        <p:nvSpPr>
          <p:cNvPr id="10" name="condition-1">
            <a:extLst xmlns:a="http://schemas.openxmlformats.org/drawingml/2006/main">
              <a:ext uri="{FF2B5EF4-FFF2-40B4-BE49-F238E27FC236}">
                <a16:creationId xmlns:a16="http://schemas.microsoft.com/office/drawing/2014/main" id="{28986E16-4A2F-4AB5-B8F1-3FC4C63C2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952875"/>
            <a:ext cx="47625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defPPr>
            <a:lvl1pPr algn="l">
              <a:defRPr sz="217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1pPr>
            <a:lvl2pPr algn="l">
              <a:defRPr sz="217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2pPr>
            <a:lvl3pPr algn="l">
              <a:defRPr sz="217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3pPr>
            <a:lvl4pPr algn="l">
              <a:defRPr sz="217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4pPr>
            <a:lvl5pPr algn="l">
              <a:defRPr sz="217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5pPr>
            <a:lvl6pPr algn="l">
              <a:defRPr sz="217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6pPr>
            <a:lvl7pPr algn="l">
              <a:defRPr sz="217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7pPr>
            <a:lvl8pPr algn="l">
              <a:defRPr sz="217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8pPr>
            <a:lvl9pPr algn="l">
              <a:defRPr sz="217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32B2A"/>
                </a:solidFill>
                <a:latin typeface="Arial"/>
                <a:ea typeface="Arial"/>
                <a:cs typeface="Arial"/>
              </a:rPr>
              <a:t>Contrato e vigência</a:t>
            </a:r>
          </a:p>
        </p:txBody>
      </p:sp>
      <p:sp>
        <p:nvSpPr>
          <p:cNvPr id="11" name="condition-detail-1">
            <a:extLst xmlns:a="http://schemas.openxmlformats.org/drawingml/2006/main">
              <a:ext uri="{FF2B5EF4-FFF2-40B4-BE49-F238E27FC236}">
                <a16:creationId xmlns:a16="http://schemas.microsoft.com/office/drawing/2014/main" id="{86635898-AF7A-45D1-A2F8-AC71FE785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381500"/>
            <a:ext cx="476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defPPr>
            <a:lvl1pPr algn="l">
              <a:defRPr sz="16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1pPr>
            <a:lvl2pPr algn="l">
              <a:defRPr sz="16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2pPr>
            <a:lvl3pPr algn="l">
              <a:defRPr sz="16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3pPr>
            <a:lvl4pPr algn="l">
              <a:defRPr sz="16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4pPr>
            <a:lvl5pPr algn="l">
              <a:defRPr sz="16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5pPr>
            <a:lvl6pPr algn="l">
              <a:defRPr sz="16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6pPr>
            <a:lvl7pPr algn="l">
              <a:defRPr sz="16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7pPr>
            <a:lvl8pPr algn="l">
              <a:defRPr sz="16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8pPr>
            <a:lvl9pPr algn="l">
              <a:defRPr sz="16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Condição válida na data</a:t>
            </a:r>
          </a:p>
        </p:txBody>
      </p:sp>
      <p:sp>
        <p:nvSpPr>
          <p:cNvPr id="12" name="match-link-1">
            <a:extLst xmlns:a="http://schemas.openxmlformats.org/drawingml/2006/main">
              <a:ext uri="{FF2B5EF4-FFF2-40B4-BE49-F238E27FC236}">
                <a16:creationId xmlns:a16="http://schemas.microsoft.com/office/drawing/2014/main" id="{BBAEDAC0-9C69-4A3A-95B6-B933803C7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4219575"/>
            <a:ext cx="1809750" cy="133350"/>
          </a:xfrm>
          <a:custGeom xmlns:a="http://schemas.openxmlformats.org/drawingml/2006/main">
            <a:pathLst>
              <a:path w="1809750" h="133350">
                <a:moveTo>
                  <a:pt x="0" y="0"/>
                </a:moveTo>
                <a:cubicBezTo>
                  <a:pt x="904875" y="0"/>
                  <a:pt x="904875" y="133350"/>
                  <a:pt x="1809750" y="133350"/>
                </a:cubicBezTo>
              </a:path>
            </a:pathLst>
          </a:custGeom>
          <a:noFill xmlns:a="http://schemas.openxmlformats.org/drawingml/2006/main"/>
          <a:ln xmlns:a="http://schemas.openxmlformats.org/drawingml/2006/main" w="12383">
            <a:solidFill>
              <a:srgbClr val="D7DFDA"/>
            </a:solidFill>
          </a:ln>
        </p:spPr>
      </p:sp>
      <p:sp>
        <p:nvSpPr>
          <p:cNvPr id="13" name="condition-2">
            <a:extLst xmlns:a="http://schemas.openxmlformats.org/drawingml/2006/main">
              <a:ext uri="{FF2B5EF4-FFF2-40B4-BE49-F238E27FC236}">
                <a16:creationId xmlns:a16="http://schemas.microsoft.com/office/drawing/2014/main" id="{08662B1E-C359-4231-8F38-2F8E594DF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895850"/>
            <a:ext cx="47625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defPPr>
            <a:lvl1pPr algn="l">
              <a:defRPr sz="217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1pPr>
            <a:lvl2pPr algn="l">
              <a:defRPr sz="217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2pPr>
            <a:lvl3pPr algn="l">
              <a:defRPr sz="217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3pPr>
            <a:lvl4pPr algn="l">
              <a:defRPr sz="217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4pPr>
            <a:lvl5pPr algn="l">
              <a:defRPr sz="217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5pPr>
            <a:lvl6pPr algn="l">
              <a:defRPr sz="217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6pPr>
            <a:lvl7pPr algn="l">
              <a:defRPr sz="217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7pPr>
            <a:lvl8pPr algn="l">
              <a:defRPr sz="217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8pPr>
            <a:lvl9pPr algn="l">
              <a:defRPr sz="217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32B2A"/>
                </a:solidFill>
                <a:latin typeface="Arial"/>
                <a:ea typeface="Arial"/>
                <a:cs typeface="Arial"/>
              </a:rPr>
              <a:t>Orientação do financeiro</a:t>
            </a:r>
          </a:p>
        </p:txBody>
      </p:sp>
      <p:sp>
        <p:nvSpPr>
          <p:cNvPr id="14" name="condition-detail-2">
            <a:extLst xmlns:a="http://schemas.openxmlformats.org/drawingml/2006/main">
              <a:ext uri="{FF2B5EF4-FFF2-40B4-BE49-F238E27FC236}">
                <a16:creationId xmlns:a16="http://schemas.microsoft.com/office/drawing/2014/main" id="{89641485-89ED-49EF-8BBE-B075CD3A7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324475"/>
            <a:ext cx="476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defPPr>
            <a:lvl1pPr algn="l">
              <a:defRPr sz="16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1pPr>
            <a:lvl2pPr algn="l">
              <a:defRPr sz="16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2pPr>
            <a:lvl3pPr algn="l">
              <a:defRPr sz="16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3pPr>
            <a:lvl4pPr algn="l">
              <a:defRPr sz="16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4pPr>
            <a:lvl5pPr algn="l">
              <a:defRPr sz="16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5pPr>
            <a:lvl6pPr algn="l">
              <a:defRPr sz="16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6pPr>
            <a:lvl7pPr algn="l">
              <a:defRPr sz="16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7pPr>
            <a:lvl8pPr algn="l">
              <a:defRPr sz="16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8pPr>
            <a:lvl9pPr algn="l">
              <a:defRPr sz="16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Fonte e confirmação</a:t>
            </a:r>
          </a:p>
        </p:txBody>
      </p:sp>
      <p:sp>
        <p:nvSpPr>
          <p:cNvPr id="15" name="match-link-2">
            <a:extLst xmlns:a="http://schemas.openxmlformats.org/drawingml/2006/main">
              <a:ext uri="{FF2B5EF4-FFF2-40B4-BE49-F238E27FC236}">
                <a16:creationId xmlns:a16="http://schemas.microsoft.com/office/drawing/2014/main" id="{352EE4C1-3786-49D1-8FC1-AFB090DDD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4352925"/>
            <a:ext cx="1809750" cy="809625"/>
          </a:xfrm>
          <a:custGeom xmlns:a="http://schemas.openxmlformats.org/drawingml/2006/main">
            <a:pathLst>
              <a:path w="1809750" h="809625">
                <a:moveTo>
                  <a:pt x="0" y="809625"/>
                </a:moveTo>
                <a:cubicBezTo>
                  <a:pt x="904875" y="809625"/>
                  <a:pt x="904875" y="0"/>
                  <a:pt x="1809750" y="0"/>
                </a:cubicBezTo>
              </a:path>
            </a:pathLst>
          </a:custGeom>
          <a:noFill xmlns:a="http://schemas.openxmlformats.org/drawingml/2006/main"/>
          <a:ln xmlns:a="http://schemas.openxmlformats.org/drawingml/2006/main" w="12383">
            <a:solidFill>
              <a:srgbClr val="D7DFDA"/>
            </a:solidFill>
          </a:ln>
        </p:spPr>
      </p:sp>
      <p:pic>
        <p:nvPic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734269C-B1D3-406A-A9A5-35E24E1524A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d8251fc30674707"/>
          <a:srcRect xmlns:a="http://schemas.openxmlformats.org/drawingml/2006/main" l="24100" t="8100" r="13540" b="4880"/>
          <a:stretch xmlns:a="http://schemas.openxmlformats.org/drawingml/2006/main"/>
        </p:blipFill>
        <p:spPr>
          <a:xfrm xmlns:a="http://schemas.openxmlformats.org/drawingml/2006/main">
            <a:off x="7810500" y="2762250"/>
            <a:ext cx="3333750" cy="3124200"/>
          </a:xfrm>
          <a:prstGeom xmlns:a="http://schemas.openxmlformats.org/drawingml/2006/main" prst="rect">
            <a:avLst/>
          </a:prstGeom>
        </p:spPr>
      </p:pic>
      <p:sp>
        <p:nvSpPr>
          <p:cNvPr id="17" name="unconfirmed">
            <a:extLst xmlns:a="http://schemas.openxmlformats.org/drawingml/2006/main">
              <a:ext uri="{FF2B5EF4-FFF2-40B4-BE49-F238E27FC236}">
                <a16:creationId xmlns:a16="http://schemas.microsoft.com/office/drawing/2014/main" id="{9C5D1D75-5903-45CA-B58E-42AC964CE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191250"/>
            <a:ext cx="9906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defPPr>
            <a:lvl1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1pPr>
            <a:lvl2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2pPr>
            <a:lvl3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3pPr>
            <a:lvl4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4pPr>
            <a:lvl5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5pPr>
            <a:lvl6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6pPr>
            <a:lvl7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7pPr>
            <a:lvl8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8pPr>
            <a:lvl9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Informação sem confirmação permanece pendente.</a:t>
            </a:r>
          </a:p>
        </p:txBody>
      </p:sp>
    </p:spTree>
    <p:extLst>
      <p:ext uri="{BB962C8B-B14F-4D97-AF65-F5344CB8AC3E}">
        <p14:creationId xmlns:p14="http://schemas.microsoft.com/office/powerpoint/2010/main" val="664817447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6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7F52833-32EF-46A6-9238-0A63BD2A5E0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e6641bbc6a4f52">
            <a:extLst>
              <a:ext uri="{96DAC541-7B7A-43D3-8B79-37D633B846F1}">
                <asvg:svgBlip xmlns:asvg="http://schemas.microsoft.com/office/drawing/2016/SVG/main" r:embed="Rf8606cbe3fdf4a4d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38200" y="485775"/>
            <a:ext cx="1000125" cy="205908"/>
          </a:xfrm>
          <a:prstGeom xmlns:a="http://schemas.openxmlformats.org/drawingml/2006/main" prst="rect">
            <a:avLst/>
          </a:prstGeom>
        </p:spPr>
      </p:pic>
      <p:sp>
        <p:nvSpPr>
          <p:cNvPr id="3" name="section">
            <a:extLst xmlns:a="http://schemas.openxmlformats.org/drawingml/2006/main">
              <a:ext uri="{FF2B5EF4-FFF2-40B4-BE49-F238E27FC236}">
                <a16:creationId xmlns:a16="http://schemas.microsoft.com/office/drawing/2014/main" id="{B1CC8917-AE53-491C-910B-443DD4495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04825"/>
            <a:ext cx="3257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defPPr>
            <a:lvl1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1pPr>
            <a:lvl2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2pPr>
            <a:lvl3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3pPr>
            <a:lvl4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4pPr>
            <a:lvl5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5pPr>
            <a:lvl6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6pPr>
            <a:lvl7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7pPr>
            <a:lvl8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8pPr>
            <a:lvl9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pPr>
            <a:r>
              <a: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rPr>
              <a:t>APURAÇÃO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0D62C9F8-4FF3-4F79-BC0E-A6D3E02DD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53175"/>
            <a:ext cx="304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defPPr>
            <a:lvl1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1pPr>
            <a:lvl2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2pPr>
            <a:lvl3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3pPr>
            <a:lvl4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4pPr>
            <a:lvl5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5pPr>
            <a:lvl6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6pPr>
            <a:lvl7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7pPr>
            <a:lvl8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8pPr>
            <a:lvl9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pPr>
            <a:r>
              <a: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rPr>
              <a:t>15</a:t>
            </a:r>
          </a:p>
        </p:txBody>
      </p:sp>
      <p:sp>
        <p:nvSpPr>
          <p:cNvPr id="5" name="headline-first">
            <a:extLst xmlns:a="http://schemas.openxmlformats.org/drawingml/2006/main">
              <a:ext uri="{FF2B5EF4-FFF2-40B4-BE49-F238E27FC236}">
                <a16:creationId xmlns:a16="http://schemas.microsoft.com/office/drawing/2014/main" id="{629077A4-4751-417B-BD1C-BD4AEC590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266825"/>
            <a:ext cx="771525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defPPr>
            <a:lvl1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1pPr>
            <a:lvl2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2pPr>
            <a:lvl3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3pPr>
            <a:lvl4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4pPr>
            <a:lvl5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5pPr>
            <a:lvl6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6pPr>
            <a:lvl7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7pPr>
            <a:lvl8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8pPr>
            <a:lvl9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pPr>
            <a:r>
              <a:rPr sz="3750" b="0">
                <a:solidFill>
                  <a:srgbClr val="132B2A"/>
                </a:solidFill>
                <a:latin typeface="Arial"/>
                <a:ea typeface="Arial"/>
                <a:cs typeface="Arial"/>
              </a:rPr>
              <a:t>Apura o checkout</a:t>
            </a:r>
          </a:p>
        </p:txBody>
      </p:sp>
      <p:sp>
        <p:nvSpPr>
          <p:cNvPr id="6" name="headline-second">
            <a:extLst xmlns:a="http://schemas.openxmlformats.org/drawingml/2006/main">
              <a:ext uri="{FF2B5EF4-FFF2-40B4-BE49-F238E27FC236}">
                <a16:creationId xmlns:a16="http://schemas.microsoft.com/office/drawing/2014/main" id="{D8E7E581-531C-4B58-A79F-019802F10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95475"/>
            <a:ext cx="771525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defPPr>
            <a:lvl1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1pPr>
            <a:lvl2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2pPr>
            <a:lvl3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3pPr>
            <a:lvl4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4pPr>
            <a:lvl5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5pPr>
            <a:lvl6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6pPr>
            <a:lvl7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7pPr>
            <a:lvl8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8pPr>
            <a:lvl9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pPr>
            <a:r>
              <a:rPr sz="3750" b="0">
                <a:solidFill>
                  <a:srgbClr val="1E6654"/>
                </a:solidFill>
                <a:latin typeface="Arial"/>
                <a:ea typeface="Arial"/>
                <a:cs typeface="Arial"/>
              </a:rPr>
              <a:t>pela condição contratada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2445602-436A-4115-9579-4FF5B2B835D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fa45c42688043e9"/>
          <a:srcRect xmlns:a="http://schemas.openxmlformats.org/drawingml/2006/main" l="1290" t="17680" r="920" b="13120"/>
          <a:stretch xmlns:a="http://schemas.openxmlformats.org/drawingml/2006/main"/>
        </p:blipFill>
        <p:spPr>
          <a:xfrm xmlns:a="http://schemas.openxmlformats.org/drawingml/2006/main">
            <a:off x="838200" y="3171825"/>
            <a:ext cx="10515600" cy="2362200"/>
          </a:xfrm>
          <a:prstGeom xmlns:a="http://schemas.openxmlformats.org/drawingml/2006/main" prst="rect">
            <a:avLst/>
          </a:prstGeom>
        </p:spPr>
      </p:pic>
      <p:sp>
        <p:nvSpPr>
          <p:cNvPr id="8" name="future-streams">
            <a:extLst xmlns:a="http://schemas.openxmlformats.org/drawingml/2006/main">
              <a:ext uri="{FF2B5EF4-FFF2-40B4-BE49-F238E27FC236}">
                <a16:creationId xmlns:a16="http://schemas.microsoft.com/office/drawing/2014/main" id="{8E96FE26-1133-4F0F-BC59-D613A1CDA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981325"/>
            <a:ext cx="7572375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4"/>
          </a:solidFill>
          <a:ln xmlns:a="http://schemas.openxmlformats.org/drawingml/2006/main" w="0">
            <a:noFill/>
          </a:ln>
        </p:spPr>
      </p:sp>
      <p:sp>
        <p:nvSpPr>
          <p:cNvPr id="9" name="stream-0">
            <a:extLst xmlns:a="http://schemas.openxmlformats.org/drawingml/2006/main">
              <a:ext uri="{FF2B5EF4-FFF2-40B4-BE49-F238E27FC236}">
                <a16:creationId xmlns:a16="http://schemas.microsoft.com/office/drawing/2014/main" id="{AF9C79E3-93C7-4209-BC5E-BCFF97487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638800"/>
            <a:ext cx="3162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defPPr>
            <a:lvl1pPr algn="l">
              <a:defRPr sz="20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1pPr>
            <a:lvl2pPr algn="l">
              <a:defRPr sz="20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2pPr>
            <a:lvl3pPr algn="l">
              <a:defRPr sz="20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3pPr>
            <a:lvl4pPr algn="l">
              <a:defRPr sz="20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4pPr>
            <a:lvl5pPr algn="l">
              <a:defRPr sz="20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5pPr>
            <a:lvl6pPr algn="l">
              <a:defRPr sz="20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6pPr>
            <a:lvl7pPr algn="l">
              <a:defRPr sz="20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7pPr>
            <a:lvl8pPr algn="l">
              <a:defRPr sz="20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8pPr>
            <a:lvl9pPr algn="l">
              <a:defRPr sz="20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E6654"/>
                </a:solidFill>
                <a:latin typeface="Arial"/>
                <a:ea typeface="Arial"/>
                <a:cs typeface="Arial"/>
              </a:rPr>
              <a:t>Checkout</a:t>
            </a:r>
          </a:p>
        </p:txBody>
      </p:sp>
      <p:sp>
        <p:nvSpPr>
          <p:cNvPr id="10" name="stream-detail-0">
            <a:extLst xmlns:a="http://schemas.openxmlformats.org/drawingml/2006/main">
              <a:ext uri="{FF2B5EF4-FFF2-40B4-BE49-F238E27FC236}">
                <a16:creationId xmlns:a16="http://schemas.microsoft.com/office/drawing/2014/main" id="{5CA14A94-017A-4F83-9409-157A11A44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6019800"/>
            <a:ext cx="31623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defPPr>
            <a:lvl1pPr algn="l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1pPr>
            <a:lvl2pPr algn="l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2pPr>
            <a:lvl3pPr algn="l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3pPr>
            <a:lvl4pPr algn="l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4pPr>
            <a:lvl5pPr algn="l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5pPr>
            <a:lvl6pPr algn="l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6pPr>
            <a:lvl7pPr algn="l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7pPr>
            <a:lvl8pPr algn="l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8pPr>
            <a:lvl9pPr algn="l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Comissão contratada</a:t>
            </a:r>
          </a:p>
          <a:p xmlns:a="http://schemas.openxmlformats.org/drawingml/2006/main">
            <a:pPr algn="l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Comparação de taxas</a:t>
            </a:r>
          </a:p>
        </p:txBody>
      </p:sp>
    </p:spTree>
    <p:extLst>
      <p:ext uri="{BB962C8B-B14F-4D97-AF65-F5344CB8AC3E}">
        <p14:creationId xmlns:p14="http://schemas.microsoft.com/office/powerpoint/2010/main" val="450574275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6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A0D829E-D50F-4EE4-82A8-CCB1A0DEE7A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81a9e7ed8084992">
            <a:extLst>
              <a:ext uri="{96DAC541-7B7A-43D3-8B79-37D633B846F1}">
                <asvg:svgBlip xmlns:asvg="http://schemas.microsoft.com/office/drawing/2016/SVG/main" r:embed="Rd42d55ae1bd3428b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38200" y="485775"/>
            <a:ext cx="1000125" cy="205908"/>
          </a:xfrm>
          <a:prstGeom xmlns:a="http://schemas.openxmlformats.org/drawingml/2006/main" prst="rect">
            <a:avLst/>
          </a:prstGeom>
        </p:spPr>
      </p:pic>
      <p:sp>
        <p:nvSpPr>
          <p:cNvPr id="3" name="section">
            <a:extLst xmlns:a="http://schemas.openxmlformats.org/drawingml/2006/main">
              <a:ext uri="{FF2B5EF4-FFF2-40B4-BE49-F238E27FC236}">
                <a16:creationId xmlns:a16="http://schemas.microsoft.com/office/drawing/2014/main" id="{22131EC7-B566-44F6-B186-A0D54D575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04825"/>
            <a:ext cx="3257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defPPr>
            <a:lvl1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1pPr>
            <a:lvl2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2pPr>
            <a:lvl3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3pPr>
            <a:lvl4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4pPr>
            <a:lvl5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5pPr>
            <a:lvl6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6pPr>
            <a:lvl7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7pPr>
            <a:lvl8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8pPr>
            <a:lvl9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pPr>
            <a:r>
              <a: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rPr>
              <a:t>APURAÇÃO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3CAC83A1-69BC-4CFE-A79E-D0002304E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53175"/>
            <a:ext cx="304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defPPr>
            <a:lvl1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1pPr>
            <a:lvl2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2pPr>
            <a:lvl3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3pPr>
            <a:lvl4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4pPr>
            <a:lvl5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5pPr>
            <a:lvl6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6pPr>
            <a:lvl7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7pPr>
            <a:lvl8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8pPr>
            <a:lvl9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pPr>
            <a:r>
              <a: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rPr>
              <a:t>16</a:t>
            </a:r>
          </a:p>
        </p:txBody>
      </p:sp>
      <p:sp>
        <p:nvSpPr>
          <p:cNvPr id="5" name="headline-first">
            <a:extLst xmlns:a="http://schemas.openxmlformats.org/drawingml/2006/main">
              <a:ext uri="{FF2B5EF4-FFF2-40B4-BE49-F238E27FC236}">
                <a16:creationId xmlns:a16="http://schemas.microsoft.com/office/drawing/2014/main" id="{1FA7E634-6D16-4281-9DE5-F48BCB3D0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266825"/>
            <a:ext cx="771525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defPPr>
            <a:lvl1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1pPr>
            <a:lvl2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2pPr>
            <a:lvl3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3pPr>
            <a:lvl4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4pPr>
            <a:lvl5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5pPr>
            <a:lvl6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6pPr>
            <a:lvl7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7pPr>
            <a:lvl8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8pPr>
            <a:lvl9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pPr>
            <a:r>
              <a:rPr sz="3750" b="0">
                <a:solidFill>
                  <a:srgbClr val="132B2A"/>
                </a:solidFill>
                <a:latin typeface="Arial"/>
                <a:ea typeface="Arial"/>
                <a:cs typeface="Arial"/>
              </a:rPr>
              <a:t>Apura as remessas</a:t>
            </a:r>
          </a:p>
        </p:txBody>
      </p:sp>
      <p:sp>
        <p:nvSpPr>
          <p:cNvPr id="6" name="headline-second">
            <a:extLst xmlns:a="http://schemas.openxmlformats.org/drawingml/2006/main">
              <a:ext uri="{FF2B5EF4-FFF2-40B4-BE49-F238E27FC236}">
                <a16:creationId xmlns:a16="http://schemas.microsoft.com/office/drawing/2014/main" id="{1CE94845-13DD-4682-8B73-FA4FBFFB5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95475"/>
            <a:ext cx="771525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defPPr>
            <a:lvl1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1pPr>
            <a:lvl2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2pPr>
            <a:lvl3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3pPr>
            <a:lvl4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4pPr>
            <a:lvl5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5pPr>
            <a:lvl6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6pPr>
            <a:lvl7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7pPr>
            <a:lvl8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8pPr>
            <a:lvl9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pPr>
            <a:r>
              <a:rPr sz="3750" b="0">
                <a:solidFill>
                  <a:srgbClr val="1E6654"/>
                </a:solidFill>
                <a:latin typeface="Arial"/>
                <a:ea typeface="Arial"/>
                <a:cs typeface="Arial"/>
              </a:rPr>
              <a:t>pelo spread realizado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F1F2F45-FCB1-4FCC-880B-777943C4AFC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918773de1be49bb"/>
          <a:srcRect xmlns:a="http://schemas.openxmlformats.org/drawingml/2006/main" l="1290" t="17680" r="920" b="13120"/>
          <a:stretch xmlns:a="http://schemas.openxmlformats.org/drawingml/2006/main"/>
        </p:blipFill>
        <p:spPr>
          <a:xfrm xmlns:a="http://schemas.openxmlformats.org/drawingml/2006/main">
            <a:off x="838200" y="3171825"/>
            <a:ext cx="10515600" cy="2362200"/>
          </a:xfrm>
          <a:prstGeom xmlns:a="http://schemas.openxmlformats.org/drawingml/2006/main" prst="rect">
            <a:avLst/>
          </a:prstGeom>
        </p:spPr>
      </p:pic>
      <p:sp>
        <p:nvSpPr>
          <p:cNvPr id="8" name="future-streams">
            <a:extLst xmlns:a="http://schemas.openxmlformats.org/drawingml/2006/main">
              <a:ext uri="{FF2B5EF4-FFF2-40B4-BE49-F238E27FC236}">
                <a16:creationId xmlns:a16="http://schemas.microsoft.com/office/drawing/2014/main" id="{C50D0734-7545-4430-9A1B-11C220FC4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2981325"/>
            <a:ext cx="449580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4"/>
          </a:solidFill>
          <a:ln xmlns:a="http://schemas.openxmlformats.org/drawingml/2006/main" w="0">
            <a:noFill/>
          </a:ln>
        </p:spPr>
      </p:sp>
      <p:sp>
        <p:nvSpPr>
          <p:cNvPr id="9" name="stream-0">
            <a:extLst xmlns:a="http://schemas.openxmlformats.org/drawingml/2006/main">
              <a:ext uri="{FF2B5EF4-FFF2-40B4-BE49-F238E27FC236}">
                <a16:creationId xmlns:a16="http://schemas.microsoft.com/office/drawing/2014/main" id="{D51AF4CD-89BD-42C6-860E-FC9BA06F8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638800"/>
            <a:ext cx="3162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defPPr>
            <a:lvl1pPr algn="l">
              <a:defRPr sz="20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1pPr>
            <a:lvl2pPr algn="l">
              <a:defRPr sz="20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2pPr>
            <a:lvl3pPr algn="l">
              <a:defRPr sz="20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3pPr>
            <a:lvl4pPr algn="l">
              <a:defRPr sz="20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4pPr>
            <a:lvl5pPr algn="l">
              <a:defRPr sz="20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5pPr>
            <a:lvl6pPr algn="l">
              <a:defRPr sz="20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6pPr>
            <a:lvl7pPr algn="l">
              <a:defRPr sz="20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7pPr>
            <a:lvl8pPr algn="l">
              <a:defRPr sz="20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8pPr>
            <a:lvl9pPr algn="l">
              <a:defRPr sz="20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Checkout</a:t>
            </a:r>
          </a:p>
        </p:txBody>
      </p:sp>
      <p:sp>
        <p:nvSpPr>
          <p:cNvPr id="10" name="stream-detail-0">
            <a:extLst xmlns:a="http://schemas.openxmlformats.org/drawingml/2006/main">
              <a:ext uri="{FF2B5EF4-FFF2-40B4-BE49-F238E27FC236}">
                <a16:creationId xmlns:a16="http://schemas.microsoft.com/office/drawing/2014/main" id="{2D134146-66B5-413F-A0B1-1B0543269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6019800"/>
            <a:ext cx="31623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defPPr>
            <a:lvl1pPr algn="l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1pPr>
            <a:lvl2pPr algn="l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2pPr>
            <a:lvl3pPr algn="l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3pPr>
            <a:lvl4pPr algn="l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4pPr>
            <a:lvl5pPr algn="l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5pPr>
            <a:lvl6pPr algn="l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6pPr>
            <a:lvl7pPr algn="l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7pPr>
            <a:lvl8pPr algn="l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8pPr>
            <a:lvl9pPr algn="l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Comissão contratada</a:t>
            </a:r>
          </a:p>
          <a:p xmlns:a="http://schemas.openxmlformats.org/drawingml/2006/main">
            <a:pPr algn="l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Comparação de taxas</a:t>
            </a:r>
          </a:p>
        </p:txBody>
      </p:sp>
      <p:sp>
        <p:nvSpPr>
          <p:cNvPr id="11" name="stream-1">
            <a:extLst xmlns:a="http://schemas.openxmlformats.org/drawingml/2006/main">
              <a:ext uri="{FF2B5EF4-FFF2-40B4-BE49-F238E27FC236}">
                <a16:creationId xmlns:a16="http://schemas.microsoft.com/office/drawing/2014/main" id="{A528811A-3FD5-42F6-AD9E-AF59396FE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5638800"/>
            <a:ext cx="3162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defPPr>
            <a:lvl1pPr algn="l">
              <a:defRPr sz="20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1pPr>
            <a:lvl2pPr algn="l">
              <a:defRPr sz="20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2pPr>
            <a:lvl3pPr algn="l">
              <a:defRPr sz="20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3pPr>
            <a:lvl4pPr algn="l">
              <a:defRPr sz="20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4pPr>
            <a:lvl5pPr algn="l">
              <a:defRPr sz="20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5pPr>
            <a:lvl6pPr algn="l">
              <a:defRPr sz="20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6pPr>
            <a:lvl7pPr algn="l">
              <a:defRPr sz="20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7pPr>
            <a:lvl8pPr algn="l">
              <a:defRPr sz="20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8pPr>
            <a:lvl9pPr algn="l">
              <a:defRPr sz="20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E6654"/>
                </a:solidFill>
                <a:latin typeface="Arial"/>
                <a:ea typeface="Arial"/>
                <a:cs typeface="Arial"/>
              </a:rPr>
              <a:t>Remessas</a:t>
            </a:r>
          </a:p>
        </p:txBody>
      </p:sp>
      <p:sp>
        <p:nvSpPr>
          <p:cNvPr id="12" name="stream-detail-1">
            <a:extLst xmlns:a="http://schemas.openxmlformats.org/drawingml/2006/main">
              <a:ext uri="{FF2B5EF4-FFF2-40B4-BE49-F238E27FC236}">
                <a16:creationId xmlns:a16="http://schemas.microsoft.com/office/drawing/2014/main" id="{E3675A2D-93F4-42CD-B0AE-AE3A724A1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6019800"/>
            <a:ext cx="31623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defPPr>
            <a:lvl1pPr algn="l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1pPr>
            <a:lvl2pPr algn="l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2pPr>
            <a:lvl3pPr algn="l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3pPr>
            <a:lvl4pPr algn="l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4pPr>
            <a:lvl5pPr algn="l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5pPr>
            <a:lvl6pPr algn="l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6pPr>
            <a:lvl7pPr algn="l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7pPr>
            <a:lvl8pPr algn="l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8pPr>
            <a:lvl9pPr algn="l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50% do spread elegível</a:t>
            </a:r>
          </a:p>
          <a:p xmlns:a="http://schemas.openxmlformats.org/drawingml/2006/main">
            <a:pPr algn="l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Duplicidades e contestação</a:t>
            </a:r>
          </a:p>
        </p:txBody>
      </p:sp>
    </p:spTree>
    <p:extLst>
      <p:ext uri="{BB962C8B-B14F-4D97-AF65-F5344CB8AC3E}">
        <p14:creationId xmlns:p14="http://schemas.microsoft.com/office/powerpoint/2010/main" val="1417348305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6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852B28A-5FFE-48D7-A3BC-5B7CBD7020D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6ecbba55dc44966">
            <a:extLst>
              <a:ext uri="{96DAC541-7B7A-43D3-8B79-37D633B846F1}">
                <asvg:svgBlip xmlns:asvg="http://schemas.microsoft.com/office/drawing/2016/SVG/main" r:embed="R1cfc271fc2844bb9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38200" y="485775"/>
            <a:ext cx="1000125" cy="205908"/>
          </a:xfrm>
          <a:prstGeom xmlns:a="http://schemas.openxmlformats.org/drawingml/2006/main" prst="rect">
            <a:avLst/>
          </a:prstGeom>
        </p:spPr>
      </p:pic>
      <p:sp>
        <p:nvSpPr>
          <p:cNvPr id="3" name="section">
            <a:extLst xmlns:a="http://schemas.openxmlformats.org/drawingml/2006/main">
              <a:ext uri="{FF2B5EF4-FFF2-40B4-BE49-F238E27FC236}">
                <a16:creationId xmlns:a16="http://schemas.microsoft.com/office/drawing/2014/main" id="{3B4B3BD3-85A8-4633-A56F-5B494A8A4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04825"/>
            <a:ext cx="3257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defPPr>
            <a:lvl1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1pPr>
            <a:lvl2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2pPr>
            <a:lvl3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3pPr>
            <a:lvl4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4pPr>
            <a:lvl5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5pPr>
            <a:lvl6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6pPr>
            <a:lvl7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7pPr>
            <a:lvl8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8pPr>
            <a:lvl9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pPr>
            <a:r>
              <a: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rPr>
              <a:t>APURAÇÃO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D31A1B90-0520-439F-A125-07A98DB8F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53175"/>
            <a:ext cx="304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defPPr>
            <a:lvl1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1pPr>
            <a:lvl2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2pPr>
            <a:lvl3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3pPr>
            <a:lvl4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4pPr>
            <a:lvl5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5pPr>
            <a:lvl6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6pPr>
            <a:lvl7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7pPr>
            <a:lvl8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8pPr>
            <a:lvl9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pPr>
            <a:r>
              <a: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rPr>
              <a:t>17</a:t>
            </a:r>
          </a:p>
        </p:txBody>
      </p:sp>
      <p:sp>
        <p:nvSpPr>
          <p:cNvPr id="5" name="headline-first">
            <a:extLst xmlns:a="http://schemas.openxmlformats.org/drawingml/2006/main">
              <a:ext uri="{FF2B5EF4-FFF2-40B4-BE49-F238E27FC236}">
                <a16:creationId xmlns:a16="http://schemas.microsoft.com/office/drawing/2014/main" id="{ADBC7CF9-6EE7-4504-A21C-3E5BA8511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266825"/>
            <a:ext cx="771525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defPPr>
            <a:lvl1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1pPr>
            <a:lvl2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2pPr>
            <a:lvl3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3pPr>
            <a:lvl4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4pPr>
            <a:lvl5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5pPr>
            <a:lvl6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6pPr>
            <a:lvl7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7pPr>
            <a:lvl8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8pPr>
            <a:lvl9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pPr>
            <a:r>
              <a:rPr sz="3750" b="0">
                <a:solidFill>
                  <a:srgbClr val="132B2A"/>
                </a:solidFill>
                <a:latin typeface="Arial"/>
                <a:ea typeface="Arial"/>
                <a:cs typeface="Arial"/>
              </a:rPr>
              <a:t>Classifica os movimentos</a:t>
            </a:r>
          </a:p>
        </p:txBody>
      </p:sp>
      <p:sp>
        <p:nvSpPr>
          <p:cNvPr id="6" name="headline-second">
            <a:extLst xmlns:a="http://schemas.openxmlformats.org/drawingml/2006/main">
              <a:ext uri="{FF2B5EF4-FFF2-40B4-BE49-F238E27FC236}">
                <a16:creationId xmlns:a16="http://schemas.microsoft.com/office/drawing/2014/main" id="{70F7087E-9C0C-4B7F-B31F-D8F2E6730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95475"/>
            <a:ext cx="771525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defPPr>
            <a:lvl1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1pPr>
            <a:lvl2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2pPr>
            <a:lvl3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3pPr>
            <a:lvl4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4pPr>
            <a:lvl5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5pPr>
            <a:lvl6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6pPr>
            <a:lvl7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7pPr>
            <a:lvl8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8pPr>
            <a:lvl9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pPr>
            <a:r>
              <a:rPr sz="3750" b="0">
                <a:solidFill>
                  <a:srgbClr val="1E6654"/>
                </a:solidFill>
                <a:latin typeface="Arial"/>
                <a:ea typeface="Arial"/>
                <a:cs typeface="Arial"/>
              </a:rPr>
              <a:t>bancários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128FF7B-FE65-4B73-B6B1-9FC16FE8E46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fe9493c78f24eda"/>
          <a:srcRect xmlns:a="http://schemas.openxmlformats.org/drawingml/2006/main" l="1290" t="17680" r="920" b="13120"/>
          <a:stretch xmlns:a="http://schemas.openxmlformats.org/drawingml/2006/main"/>
        </p:blipFill>
        <p:spPr>
          <a:xfrm xmlns:a="http://schemas.openxmlformats.org/drawingml/2006/main">
            <a:off x="838200" y="3171825"/>
            <a:ext cx="10515600" cy="2362200"/>
          </a:xfrm>
          <a:prstGeom xmlns:a="http://schemas.openxmlformats.org/drawingml/2006/main" prst="rect">
            <a:avLst/>
          </a:prstGeom>
        </p:spPr>
      </p:pic>
      <p:sp>
        <p:nvSpPr>
          <p:cNvPr id="8" name="stream-0">
            <a:extLst xmlns:a="http://schemas.openxmlformats.org/drawingml/2006/main">
              <a:ext uri="{FF2B5EF4-FFF2-40B4-BE49-F238E27FC236}">
                <a16:creationId xmlns:a16="http://schemas.microsoft.com/office/drawing/2014/main" id="{EEEBEB75-E8D4-4BA1-BE86-7238FC99A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638800"/>
            <a:ext cx="3162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defPPr>
            <a:lvl1pPr algn="l">
              <a:defRPr sz="20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1pPr>
            <a:lvl2pPr algn="l">
              <a:defRPr sz="20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2pPr>
            <a:lvl3pPr algn="l">
              <a:defRPr sz="20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3pPr>
            <a:lvl4pPr algn="l">
              <a:defRPr sz="20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4pPr>
            <a:lvl5pPr algn="l">
              <a:defRPr sz="20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5pPr>
            <a:lvl6pPr algn="l">
              <a:defRPr sz="20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6pPr>
            <a:lvl7pPr algn="l">
              <a:defRPr sz="20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7pPr>
            <a:lvl8pPr algn="l">
              <a:defRPr sz="20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8pPr>
            <a:lvl9pPr algn="l">
              <a:defRPr sz="20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Checkout</a:t>
            </a:r>
          </a:p>
        </p:txBody>
      </p:sp>
      <p:sp>
        <p:nvSpPr>
          <p:cNvPr id="9" name="stream-detail-0">
            <a:extLst xmlns:a="http://schemas.openxmlformats.org/drawingml/2006/main">
              <a:ext uri="{FF2B5EF4-FFF2-40B4-BE49-F238E27FC236}">
                <a16:creationId xmlns:a16="http://schemas.microsoft.com/office/drawing/2014/main" id="{8409E15E-D5C1-4E39-A628-E0B9621B0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6019800"/>
            <a:ext cx="31623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defPPr>
            <a:lvl1pPr algn="l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1pPr>
            <a:lvl2pPr algn="l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2pPr>
            <a:lvl3pPr algn="l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3pPr>
            <a:lvl4pPr algn="l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4pPr>
            <a:lvl5pPr algn="l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5pPr>
            <a:lvl6pPr algn="l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6pPr>
            <a:lvl7pPr algn="l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7pPr>
            <a:lvl8pPr algn="l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8pPr>
            <a:lvl9pPr algn="l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Comissão contratada</a:t>
            </a:r>
          </a:p>
          <a:p xmlns:a="http://schemas.openxmlformats.org/drawingml/2006/main">
            <a:pPr algn="l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Comparação de taxas</a:t>
            </a:r>
          </a:p>
        </p:txBody>
      </p:sp>
      <p:sp>
        <p:nvSpPr>
          <p:cNvPr id="10" name="stream-1">
            <a:extLst xmlns:a="http://schemas.openxmlformats.org/drawingml/2006/main">
              <a:ext uri="{FF2B5EF4-FFF2-40B4-BE49-F238E27FC236}">
                <a16:creationId xmlns:a16="http://schemas.microsoft.com/office/drawing/2014/main" id="{B364220B-DC58-479C-BF4A-FF7D5A830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5638800"/>
            <a:ext cx="3162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defPPr>
            <a:lvl1pPr algn="l">
              <a:defRPr sz="20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1pPr>
            <a:lvl2pPr algn="l">
              <a:defRPr sz="20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2pPr>
            <a:lvl3pPr algn="l">
              <a:defRPr sz="20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3pPr>
            <a:lvl4pPr algn="l">
              <a:defRPr sz="20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4pPr>
            <a:lvl5pPr algn="l">
              <a:defRPr sz="20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5pPr>
            <a:lvl6pPr algn="l">
              <a:defRPr sz="20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6pPr>
            <a:lvl7pPr algn="l">
              <a:defRPr sz="20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7pPr>
            <a:lvl8pPr algn="l">
              <a:defRPr sz="20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8pPr>
            <a:lvl9pPr algn="l">
              <a:defRPr sz="20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Remessas</a:t>
            </a:r>
          </a:p>
        </p:txBody>
      </p:sp>
      <p:sp>
        <p:nvSpPr>
          <p:cNvPr id="11" name="stream-detail-1">
            <a:extLst xmlns:a="http://schemas.openxmlformats.org/drawingml/2006/main">
              <a:ext uri="{FF2B5EF4-FFF2-40B4-BE49-F238E27FC236}">
                <a16:creationId xmlns:a16="http://schemas.microsoft.com/office/drawing/2014/main" id="{3E9BCEDC-ED6A-4E08-9BCB-2939D6475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6019800"/>
            <a:ext cx="31623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defPPr>
            <a:lvl1pPr algn="l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1pPr>
            <a:lvl2pPr algn="l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2pPr>
            <a:lvl3pPr algn="l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3pPr>
            <a:lvl4pPr algn="l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4pPr>
            <a:lvl5pPr algn="l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5pPr>
            <a:lvl6pPr algn="l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6pPr>
            <a:lvl7pPr algn="l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7pPr>
            <a:lvl8pPr algn="l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8pPr>
            <a:lvl9pPr algn="l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50% do spread elegível</a:t>
            </a:r>
          </a:p>
          <a:p xmlns:a="http://schemas.openxmlformats.org/drawingml/2006/main">
            <a:pPr algn="l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Duplicidades e contestação</a:t>
            </a:r>
          </a:p>
        </p:txBody>
      </p:sp>
      <p:sp>
        <p:nvSpPr>
          <p:cNvPr id="12" name="stream-2">
            <a:extLst xmlns:a="http://schemas.openxmlformats.org/drawingml/2006/main">
              <a:ext uri="{FF2B5EF4-FFF2-40B4-BE49-F238E27FC236}">
                <a16:creationId xmlns:a16="http://schemas.microsoft.com/office/drawing/2014/main" id="{212AFEB3-B394-4590-BFEF-8B08A3B98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7725" y="5638800"/>
            <a:ext cx="3162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defPPr>
            <a:lvl1pPr algn="l">
              <a:defRPr sz="20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1pPr>
            <a:lvl2pPr algn="l">
              <a:defRPr sz="20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2pPr>
            <a:lvl3pPr algn="l">
              <a:defRPr sz="20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3pPr>
            <a:lvl4pPr algn="l">
              <a:defRPr sz="20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4pPr>
            <a:lvl5pPr algn="l">
              <a:defRPr sz="20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5pPr>
            <a:lvl6pPr algn="l">
              <a:defRPr sz="20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6pPr>
            <a:lvl7pPr algn="l">
              <a:defRPr sz="20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7pPr>
            <a:lvl8pPr algn="l">
              <a:defRPr sz="20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8pPr>
            <a:lvl9pPr algn="l">
              <a:defRPr sz="20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E6654"/>
                </a:solidFill>
                <a:latin typeface="Arial"/>
                <a:ea typeface="Arial"/>
                <a:cs typeface="Arial"/>
              </a:rPr>
              <a:t>Bancos</a:t>
            </a:r>
          </a:p>
        </p:txBody>
      </p:sp>
      <p:sp>
        <p:nvSpPr>
          <p:cNvPr id="13" name="stream-detail-2">
            <a:extLst xmlns:a="http://schemas.openxmlformats.org/drawingml/2006/main">
              <a:ext uri="{FF2B5EF4-FFF2-40B4-BE49-F238E27FC236}">
                <a16:creationId xmlns:a16="http://schemas.microsoft.com/office/drawing/2014/main" id="{FFA8EA6F-3960-43E6-AE5B-590B24610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7725" y="6019800"/>
            <a:ext cx="31623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defPPr>
            <a:lvl1pPr algn="l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1pPr>
            <a:lvl2pPr algn="l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2pPr>
            <a:lvl3pPr algn="l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3pPr>
            <a:lvl4pPr algn="l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4pPr>
            <a:lvl5pPr algn="l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5pPr>
            <a:lvl6pPr algn="l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6pPr>
            <a:lvl7pPr algn="l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7pPr>
            <a:lvl8pPr algn="l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8pPr>
            <a:lvl9pPr algn="l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Conta proposta</a:t>
            </a:r>
          </a:p>
          <a:p xmlns:a="http://schemas.openxmlformats.org/drawingml/2006/main">
            <a:pPr algn="l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Justificativa e origem</a:t>
            </a:r>
          </a:p>
        </p:txBody>
      </p:sp>
    </p:spTree>
    <p:extLst>
      <p:ext uri="{BB962C8B-B14F-4D97-AF65-F5344CB8AC3E}">
        <p14:creationId xmlns:p14="http://schemas.microsoft.com/office/powerpoint/2010/main" val="1079957021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6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AC230E1-696F-4BD3-8282-19B46DB0DEC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aa00e18c9d24fd9">
            <a:extLst>
              <a:ext uri="{96DAC541-7B7A-43D3-8B79-37D633B846F1}">
                <asvg:svgBlip xmlns:asvg="http://schemas.microsoft.com/office/drawing/2016/SVG/main" r:embed="R177ff7503e2a4589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38200" y="485775"/>
            <a:ext cx="1000125" cy="205908"/>
          </a:xfrm>
          <a:prstGeom xmlns:a="http://schemas.openxmlformats.org/drawingml/2006/main" prst="rect">
            <a:avLst/>
          </a:prstGeom>
        </p:spPr>
      </p:pic>
      <p:sp>
        <p:nvSpPr>
          <p:cNvPr id="3" name="section">
            <a:extLst xmlns:a="http://schemas.openxmlformats.org/drawingml/2006/main">
              <a:ext uri="{FF2B5EF4-FFF2-40B4-BE49-F238E27FC236}">
                <a16:creationId xmlns:a16="http://schemas.microsoft.com/office/drawing/2014/main" id="{4AAA79C9-95AA-4644-AFDF-5351FC0AA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04825"/>
            <a:ext cx="3257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defPPr>
            <a:lvl1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1pPr>
            <a:lvl2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2pPr>
            <a:lvl3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3pPr>
            <a:lvl4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4pPr>
            <a:lvl5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5pPr>
            <a:lvl6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6pPr>
            <a:lvl7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7pPr>
            <a:lvl8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8pPr>
            <a:lvl9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pPr>
            <a:r>
              <a: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rPr>
              <a:t>APURAÇÃO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E53BE0CC-76A7-4A10-89C4-2AA749520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53175"/>
            <a:ext cx="304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defPPr>
            <a:lvl1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1pPr>
            <a:lvl2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2pPr>
            <a:lvl3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3pPr>
            <a:lvl4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4pPr>
            <a:lvl5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5pPr>
            <a:lvl6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6pPr>
            <a:lvl7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7pPr>
            <a:lvl8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8pPr>
            <a:lvl9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pPr>
            <a:r>
              <a: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rPr>
              <a:t>18</a:t>
            </a:r>
          </a:p>
        </p:txBody>
      </p:sp>
      <p:sp>
        <p:nvSpPr>
          <p:cNvPr id="5" name="headline-first">
            <a:extLst xmlns:a="http://schemas.openxmlformats.org/drawingml/2006/main">
              <a:ext uri="{FF2B5EF4-FFF2-40B4-BE49-F238E27FC236}">
                <a16:creationId xmlns:a16="http://schemas.microsoft.com/office/drawing/2014/main" id="{9341392D-FD8F-4AD0-8A1B-AC980091D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266825"/>
            <a:ext cx="1000125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defPPr>
            <a:lvl1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1pPr>
            <a:lvl2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2pPr>
            <a:lvl3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3pPr>
            <a:lvl4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4pPr>
            <a:lvl5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5pPr>
            <a:lvl6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6pPr>
            <a:lvl7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7pPr>
            <a:lvl8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8pPr>
            <a:lvl9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pPr>
            <a:r>
              <a:rPr sz="3750" b="0">
                <a:solidFill>
                  <a:srgbClr val="132B2A"/>
                </a:solidFill>
                <a:latin typeface="Arial"/>
                <a:ea typeface="Arial"/>
                <a:cs typeface="Arial"/>
              </a:rPr>
              <a:t>Reúne os resultados</a:t>
            </a:r>
          </a:p>
        </p:txBody>
      </p:sp>
      <p:sp>
        <p:nvSpPr>
          <p:cNvPr id="6" name="headline-second">
            <a:extLst xmlns:a="http://schemas.openxmlformats.org/drawingml/2006/main">
              <a:ext uri="{FF2B5EF4-FFF2-40B4-BE49-F238E27FC236}">
                <a16:creationId xmlns:a16="http://schemas.microsoft.com/office/drawing/2014/main" id="{24AC4947-4D8F-4273-A08D-A28A18C28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95475"/>
            <a:ext cx="1000125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defPPr>
            <a:lvl1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1pPr>
            <a:lvl2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2pPr>
            <a:lvl3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3pPr>
            <a:lvl4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4pPr>
            <a:lvl5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5pPr>
            <a:lvl6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6pPr>
            <a:lvl7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7pPr>
            <a:lvl8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8pPr>
            <a:lvl9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pPr>
            <a:r>
              <a:rPr sz="3750" b="0">
                <a:solidFill>
                  <a:srgbClr val="1E6654"/>
                </a:solidFill>
                <a:latin typeface="Arial"/>
                <a:ea typeface="Arial"/>
                <a:cs typeface="Arial"/>
              </a:rPr>
              <a:t>do fechamento</a:t>
            </a:r>
          </a:p>
        </p:txBody>
      </p:sp>
      <p:sp>
        <p:nvSpPr>
          <p:cNvPr id="7" name="input-0">
            <a:extLst xmlns:a="http://schemas.openxmlformats.org/drawingml/2006/main">
              <a:ext uri="{FF2B5EF4-FFF2-40B4-BE49-F238E27FC236}">
                <a16:creationId xmlns:a16="http://schemas.microsoft.com/office/drawing/2014/main" id="{0CB0B8A3-8BC4-4A87-A12B-680B202BD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3152775"/>
            <a:ext cx="26765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2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Checkout</a:t>
            </a:r>
          </a:p>
        </p:txBody>
      </p:sp>
      <p:sp>
        <p:nvSpPr>
          <p:cNvPr id="8" name="convergence-0">
            <a:extLst xmlns:a="http://schemas.openxmlformats.org/drawingml/2006/main">
              <a:ext uri="{FF2B5EF4-FFF2-40B4-BE49-F238E27FC236}">
                <a16:creationId xmlns:a16="http://schemas.microsoft.com/office/drawing/2014/main" id="{A74383AA-FDA5-4326-9FBF-285AAD72B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3381375"/>
            <a:ext cx="1743075" cy="1076325"/>
          </a:xfrm>
          <a:custGeom xmlns:a="http://schemas.openxmlformats.org/drawingml/2006/main">
            <a:pathLst>
              <a:path w="1743075" h="1076325">
                <a:moveTo>
                  <a:pt x="0" y="0"/>
                </a:moveTo>
                <a:cubicBezTo>
                  <a:pt x="871538" y="0"/>
                  <a:pt x="871538" y="1076325"/>
                  <a:pt x="1743075" y="1076325"/>
                </a:cubicBezTo>
              </a:path>
            </a:pathLst>
          </a:custGeom>
          <a:noFill xmlns:a="http://schemas.openxmlformats.org/drawingml/2006/main"/>
          <a:ln xmlns:a="http://schemas.openxmlformats.org/drawingml/2006/main" w="12383">
            <a:solidFill>
              <a:srgbClr val="D7DFDA"/>
            </a:solidFill>
          </a:ln>
        </p:spPr>
      </p:sp>
      <p:sp>
        <p:nvSpPr>
          <p:cNvPr id="9" name="input-1">
            <a:extLst xmlns:a="http://schemas.openxmlformats.org/drawingml/2006/main">
              <a:ext uri="{FF2B5EF4-FFF2-40B4-BE49-F238E27FC236}">
                <a16:creationId xmlns:a16="http://schemas.microsoft.com/office/drawing/2014/main" id="{D6574592-A3C0-4381-A63A-8C7F9EAB5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4191000"/>
            <a:ext cx="26765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2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Remessas</a:t>
            </a:r>
          </a:p>
        </p:txBody>
      </p:sp>
      <p:sp>
        <p:nvSpPr>
          <p:cNvPr id="10" name="convergence-1">
            <a:extLst xmlns:a="http://schemas.openxmlformats.org/drawingml/2006/main">
              <a:ext uri="{FF2B5EF4-FFF2-40B4-BE49-F238E27FC236}">
                <a16:creationId xmlns:a16="http://schemas.microsoft.com/office/drawing/2014/main" id="{DFF1D94B-FE97-47D3-964F-3088AD34B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4419600"/>
            <a:ext cx="1743075" cy="38100"/>
          </a:xfrm>
          <a:custGeom xmlns:a="http://schemas.openxmlformats.org/drawingml/2006/main">
            <a:pathLst>
              <a:path w="1743075" h="38100">
                <a:moveTo>
                  <a:pt x="0" y="0"/>
                </a:moveTo>
                <a:cubicBezTo>
                  <a:pt x="871538" y="0"/>
                  <a:pt x="871538" y="38100"/>
                  <a:pt x="1743075" y="38100"/>
                </a:cubicBezTo>
              </a:path>
            </a:pathLst>
          </a:custGeom>
          <a:noFill xmlns:a="http://schemas.openxmlformats.org/drawingml/2006/main"/>
          <a:ln xmlns:a="http://schemas.openxmlformats.org/drawingml/2006/main" w="12383">
            <a:solidFill>
              <a:srgbClr val="D7DFDA"/>
            </a:solidFill>
          </a:ln>
        </p:spPr>
      </p:sp>
      <p:sp>
        <p:nvSpPr>
          <p:cNvPr id="11" name="input-2">
            <a:extLst xmlns:a="http://schemas.openxmlformats.org/drawingml/2006/main">
              <a:ext uri="{FF2B5EF4-FFF2-40B4-BE49-F238E27FC236}">
                <a16:creationId xmlns:a16="http://schemas.microsoft.com/office/drawing/2014/main" id="{998A066F-8F76-43BE-A077-869CCD9E0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5229225"/>
            <a:ext cx="26765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2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Bancos</a:t>
            </a:r>
          </a:p>
        </p:txBody>
      </p:sp>
      <p:sp>
        <p:nvSpPr>
          <p:cNvPr id="12" name="convergence-2">
            <a:extLst xmlns:a="http://schemas.openxmlformats.org/drawingml/2006/main">
              <a:ext uri="{FF2B5EF4-FFF2-40B4-BE49-F238E27FC236}">
                <a16:creationId xmlns:a16="http://schemas.microsoft.com/office/drawing/2014/main" id="{9CBFECF6-BCF8-44FA-85DB-27FA04F7A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4457700"/>
            <a:ext cx="1743075" cy="1000125"/>
          </a:xfrm>
          <a:custGeom xmlns:a="http://schemas.openxmlformats.org/drawingml/2006/main">
            <a:pathLst>
              <a:path w="1743075" h="1000125">
                <a:moveTo>
                  <a:pt x="0" y="1000125"/>
                </a:moveTo>
                <a:cubicBezTo>
                  <a:pt x="871538" y="1000125"/>
                  <a:pt x="871538" y="0"/>
                  <a:pt x="1743075" y="0"/>
                </a:cubicBezTo>
              </a:path>
            </a:pathLst>
          </a:custGeom>
          <a:noFill xmlns:a="http://schemas.openxmlformats.org/drawingml/2006/main"/>
          <a:ln xmlns:a="http://schemas.openxmlformats.org/drawingml/2006/main" w="12383">
            <a:solidFill>
              <a:srgbClr val="D7DFDA"/>
            </a:solidFill>
          </a:ln>
        </p:spPr>
      </p:sp>
      <p:pic>
        <p:nvPic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551DDF7-6CA0-47D3-A762-FAD6907EAAE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951ba5187c64a82"/>
          <a:srcRect xmlns:a="http://schemas.openxmlformats.org/drawingml/2006/main" l="18780" t="2580" r="11530" b="2950"/>
          <a:stretch xmlns:a="http://schemas.openxmlformats.org/drawingml/2006/main"/>
        </p:blipFill>
        <p:spPr>
          <a:xfrm xmlns:a="http://schemas.openxmlformats.org/drawingml/2006/main">
            <a:off x="4981575" y="3200400"/>
            <a:ext cx="2381250" cy="2571750"/>
          </a:xfrm>
          <a:prstGeom xmlns:a="http://schemas.openxmlformats.org/drawingml/2006/main" prst="rect">
            <a:avLst/>
          </a:prstGeom>
        </p:spPr>
      </p:pic>
      <p:cxnSp>
        <p:nvCxnSpPr>
          <p:cNvPr id="14" name="dossier-to-output">
            <a:extLst xmlns:a="http://schemas.openxmlformats.org/drawingml/2006/main">
              <a:ext uri="{FF2B5EF4-FFF2-40B4-BE49-F238E27FC236}">
                <a16:creationId xmlns:a16="http://schemas.microsoft.com/office/drawing/2014/main" id="{529B3D18-B62F-4E52-B8A5-434919323E1C}"/>
              </a:ext>
            </a:extLst>
          </p:cNvPr>
          <p:cNvCxnSpPr/>
          <p:nvPr/>
        </p:nvCxnSpPr>
        <p:spPr>
          <a:xfrm xmlns:a="http://schemas.openxmlformats.org/drawingml/2006/main">
            <a:off x="7439025" y="4457700"/>
            <a:ext cx="447675" cy="0"/>
          </a:xfrm>
          <a:prstGeom xmlns:a="http://schemas.openxmlformats.org/drawingml/2006/main" prst="straightConnector1">
            <a:avLst/>
          </a:prstGeom>
          <a:ln xmlns:a="http://schemas.openxmlformats.org/drawingml/2006/main" w="12383">
            <a:solidFill>
              <a:srgbClr val="1E6654"/>
            </a:solidFill>
            <a:prstDash val="solid"/>
            <a:tailEnd type="triangle" w="sm" len="sm"/>
          </a:ln>
        </p:spPr>
      </p:cxnSp>
      <p:sp>
        <p:nvSpPr>
          <p:cNvPr id="15" name="deliverables">
            <a:extLst xmlns:a="http://schemas.openxmlformats.org/drawingml/2006/main">
              <a:ext uri="{FF2B5EF4-FFF2-40B4-BE49-F238E27FC236}">
                <a16:creationId xmlns:a16="http://schemas.microsoft.com/office/drawing/2014/main" id="{0D9ADA6C-E2CA-4556-A5A0-5CBD0E32C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3000375"/>
            <a:ext cx="3476625" cy="2876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defPPr>
            <a:lvl1pPr algn="l">
              <a:defRPr sz="20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1pPr>
            <a:lvl2pPr algn="l">
              <a:defRPr sz="20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2pPr>
            <a:lvl3pPr algn="l">
              <a:defRPr sz="20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3pPr>
            <a:lvl4pPr algn="l">
              <a:defRPr sz="20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4pPr>
            <a:lvl5pPr algn="l">
              <a:defRPr sz="20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5pPr>
            <a:lvl6pPr algn="l">
              <a:defRPr sz="20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6pPr>
            <a:lvl7pPr algn="l">
              <a:defRPr sz="20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7pPr>
            <a:lvl8pPr algn="l">
              <a:defRPr sz="20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8pPr>
            <a:lvl9pPr algn="l">
              <a:defRPr sz="20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32B2A"/>
                </a:solidFill>
                <a:latin typeface="Arial"/>
                <a:ea typeface="Arial"/>
                <a:cs typeface="Arial"/>
              </a:rPr>
              <a:t>Comissões</a:t>
            </a:r>
          </a:p>
          <a:p xmlns:a="http://schemas.openxmlformats.org/drawingml/2006/main">
            <a:pPr algn="l">
              <a:defRPr sz="20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32B2A"/>
                </a:solidFill>
                <a:latin typeface="Arial"/>
                <a:ea typeface="Arial"/>
                <a:cs typeface="Arial"/>
              </a:rPr>
              <a:t>Divergências</a:t>
            </a:r>
          </a:p>
          <a:p xmlns:a="http://schemas.openxmlformats.org/drawingml/2006/main">
            <a:pPr algn="l">
              <a:defRPr sz="20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32B2A"/>
                </a:solidFill>
                <a:latin typeface="Arial"/>
                <a:ea typeface="Arial"/>
                <a:cs typeface="Arial"/>
              </a:rPr>
              <a:t>Notas a emitir</a:t>
            </a:r>
          </a:p>
          <a:p xmlns:a="http://schemas.openxmlformats.org/drawingml/2006/main">
            <a:pPr algn="l">
              <a:defRPr sz="20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32B2A"/>
                </a:solidFill>
                <a:latin typeface="Arial"/>
                <a:ea typeface="Arial"/>
                <a:cs typeface="Arial"/>
              </a:rPr>
              <a:t>Lançamentos classificados</a:t>
            </a:r>
          </a:p>
          <a:p xmlns:a="http://schemas.openxmlformats.org/drawingml/2006/main">
            <a:pPr algn="l">
              <a:defRPr sz="20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32B2A"/>
                </a:solidFill>
                <a:latin typeface="Arial"/>
                <a:ea typeface="Arial"/>
                <a:cs typeface="Arial"/>
              </a:rPr>
              <a:t>Pendências</a:t>
            </a:r>
          </a:p>
          <a:p xmlns:a="http://schemas.openxmlformats.org/drawingml/2006/main">
            <a:pPr algn="l">
              <a:defRPr sz="20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32B2A"/>
                </a:solidFill>
                <a:latin typeface="Arial"/>
                <a:ea typeface="Arial"/>
                <a:cs typeface="Arial"/>
              </a:rPr>
              <a:t>Rastro</a:t>
            </a:r>
          </a:p>
        </p:txBody>
      </p:sp>
      <p:sp>
        <p:nvSpPr>
          <p:cNvPr id="16" name="invoice-state">
            <a:extLst xmlns:a="http://schemas.openxmlformats.org/drawingml/2006/main">
              <a:ext uri="{FF2B5EF4-FFF2-40B4-BE49-F238E27FC236}">
                <a16:creationId xmlns:a16="http://schemas.microsoft.com/office/drawing/2014/main" id="{680462CD-5EDC-4114-81DE-8454317D0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191250"/>
            <a:ext cx="9906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defPPr>
            <a:lvl1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1pPr>
            <a:lvl2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2pPr>
            <a:lvl3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3pPr>
            <a:lvl4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4pPr>
            <a:lvl5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5pPr>
            <a:lvl6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6pPr>
            <a:lvl7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7pPr>
            <a:lvl8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8pPr>
            <a:lvl9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Notas propostas para revisão</a:t>
            </a:r>
          </a:p>
        </p:txBody>
      </p:sp>
    </p:spTree>
    <p:extLst>
      <p:ext uri="{BB962C8B-B14F-4D97-AF65-F5344CB8AC3E}">
        <p14:creationId xmlns:p14="http://schemas.microsoft.com/office/powerpoint/2010/main" val="1371533706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6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9BEFA6C-8DB1-41CB-ADBF-9FCC45064EF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33e1d0b799f413d">
            <a:extLst>
              <a:ext uri="{96DAC541-7B7A-43D3-8B79-37D633B846F1}">
                <asvg:svgBlip xmlns:asvg="http://schemas.microsoft.com/office/drawing/2016/SVG/main" r:embed="R4a51e09c608249d8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38200" y="485775"/>
            <a:ext cx="1000125" cy="205908"/>
          </a:xfrm>
          <a:prstGeom xmlns:a="http://schemas.openxmlformats.org/drawingml/2006/main" prst="rect">
            <a:avLst/>
          </a:prstGeom>
        </p:spPr>
      </p:pic>
      <p:sp>
        <p:nvSpPr>
          <p:cNvPr id="3" name="section">
            <a:extLst xmlns:a="http://schemas.openxmlformats.org/drawingml/2006/main">
              <a:ext uri="{FF2B5EF4-FFF2-40B4-BE49-F238E27FC236}">
                <a16:creationId xmlns:a16="http://schemas.microsoft.com/office/drawing/2014/main" id="{E62179E9-3A7E-4996-B47A-BD38A4223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04825"/>
            <a:ext cx="3257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defPPr>
            <a:lvl1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1pPr>
            <a:lvl2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2pPr>
            <a:lvl3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3pPr>
            <a:lvl4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4pPr>
            <a:lvl5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5pPr>
            <a:lvl6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6pPr>
            <a:lvl7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7pPr>
            <a:lvl8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8pPr>
            <a:lvl9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pPr>
            <a:r>
              <a: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rPr>
              <a:t>EVIDÊNCIA E ORIGEM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D8F42D8B-456D-4923-B6DC-CF9965ED3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53175"/>
            <a:ext cx="304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defPPr>
            <a:lvl1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1pPr>
            <a:lvl2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2pPr>
            <a:lvl3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3pPr>
            <a:lvl4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4pPr>
            <a:lvl5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5pPr>
            <a:lvl6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6pPr>
            <a:lvl7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7pPr>
            <a:lvl8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8pPr>
            <a:lvl9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pPr>
            <a:r>
              <a: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rPr>
              <a:t>19</a:t>
            </a:r>
          </a:p>
        </p:txBody>
      </p:sp>
      <p:sp>
        <p:nvSpPr>
          <p:cNvPr id="5" name="headline-first">
            <a:extLst xmlns:a="http://schemas.openxmlformats.org/drawingml/2006/main">
              <a:ext uri="{FF2B5EF4-FFF2-40B4-BE49-F238E27FC236}">
                <a16:creationId xmlns:a16="http://schemas.microsoft.com/office/drawing/2014/main" id="{6E25E0EE-7759-4A24-873C-CCB37D95B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266825"/>
            <a:ext cx="1000125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defPPr>
            <a:lvl1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1pPr>
            <a:lvl2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2pPr>
            <a:lvl3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3pPr>
            <a:lvl4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4pPr>
            <a:lvl5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5pPr>
            <a:lvl6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6pPr>
            <a:lvl7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7pPr>
            <a:lvl8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8pPr>
            <a:lvl9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pPr>
            <a:r>
              <a:rPr sz="3750" b="0">
                <a:solidFill>
                  <a:srgbClr val="132B2A"/>
                </a:solidFill>
                <a:latin typeface="Arial"/>
                <a:ea typeface="Arial"/>
                <a:cs typeface="Arial"/>
              </a:rPr>
              <a:t>Cada valor aponta</a:t>
            </a:r>
          </a:p>
        </p:txBody>
      </p:sp>
      <p:sp>
        <p:nvSpPr>
          <p:cNvPr id="6" name="headline-second">
            <a:extLst xmlns:a="http://schemas.openxmlformats.org/drawingml/2006/main">
              <a:ext uri="{FF2B5EF4-FFF2-40B4-BE49-F238E27FC236}">
                <a16:creationId xmlns:a16="http://schemas.microsoft.com/office/drawing/2014/main" id="{5E7E2EFD-0251-41C1-B2FF-3EDA469C6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95475"/>
            <a:ext cx="1000125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defPPr>
            <a:lvl1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1pPr>
            <a:lvl2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2pPr>
            <a:lvl3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3pPr>
            <a:lvl4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4pPr>
            <a:lvl5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5pPr>
            <a:lvl6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6pPr>
            <a:lvl7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7pPr>
            <a:lvl8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8pPr>
            <a:lvl9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pPr>
            <a:r>
              <a:rPr sz="3750" b="0">
                <a:solidFill>
                  <a:srgbClr val="1E6654"/>
                </a:solidFill>
                <a:latin typeface="Arial"/>
                <a:ea typeface="Arial"/>
                <a:cs typeface="Arial"/>
              </a:rPr>
              <a:t>para a origem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5BBFD9E-1019-40B3-B679-67C64F40C17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fb6d5cf86204171"/>
          <a:srcRect xmlns:a="http://schemas.openxmlformats.org/drawingml/2006/main" l="18780" t="2580" r="11530" b="2950"/>
          <a:stretch xmlns:a="http://schemas.openxmlformats.org/drawingml/2006/main"/>
        </p:blipFill>
        <p:spPr>
          <a:xfrm xmlns:a="http://schemas.openxmlformats.org/drawingml/2006/main">
            <a:off x="1085850" y="3343275"/>
            <a:ext cx="1790700" cy="1676400"/>
          </a:xfrm>
          <a:prstGeom xmlns:a="http://schemas.openxmlformats.org/drawingml/2006/main" prst="rect">
            <a:avLst/>
          </a:prstGeom>
        </p:spPr>
      </p:pic>
      <p:sp>
        <p:nvSpPr>
          <p:cNvPr id="8" name="trace-title-0">
            <a:extLst xmlns:a="http://schemas.openxmlformats.org/drawingml/2006/main">
              <a:ext uri="{FF2B5EF4-FFF2-40B4-BE49-F238E27FC236}">
                <a16:creationId xmlns:a16="http://schemas.microsoft.com/office/drawing/2014/main" id="{EE86EC4A-5347-49B1-9841-B50174EBA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353050"/>
            <a:ext cx="22479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210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defPPr>
            <a:lvl1pPr algn="ctr">
              <a:defRPr sz="210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1pPr>
            <a:lvl2pPr algn="ctr">
              <a:defRPr sz="210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2pPr>
            <a:lvl3pPr algn="ctr">
              <a:defRPr sz="210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3pPr>
            <a:lvl4pPr algn="ctr">
              <a:defRPr sz="210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4pPr>
            <a:lvl5pPr algn="ctr">
              <a:defRPr sz="210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5pPr>
            <a:lvl6pPr algn="ctr">
              <a:defRPr sz="210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6pPr>
            <a:lvl7pPr algn="ctr">
              <a:defRPr sz="210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7pPr>
            <a:lvl8pPr algn="ctr">
              <a:defRPr sz="210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8pPr>
            <a:lvl9pPr algn="ctr">
              <a:defRPr sz="210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210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E6654"/>
                </a:solidFill>
                <a:latin typeface="Arial"/>
                <a:ea typeface="Arial"/>
                <a:cs typeface="Arial"/>
              </a:rPr>
              <a:t>Resultado</a:t>
            </a:r>
          </a:p>
        </p:txBody>
      </p:sp>
      <p:sp>
        <p:nvSpPr>
          <p:cNvPr id="9" name="trace-detail-0">
            <a:extLst xmlns:a="http://schemas.openxmlformats.org/drawingml/2006/main">
              <a:ext uri="{FF2B5EF4-FFF2-40B4-BE49-F238E27FC236}">
                <a16:creationId xmlns:a16="http://schemas.microsoft.com/office/drawing/2014/main" id="{340DAAA0-B7F4-44E8-BC07-3D65F44E7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819775"/>
            <a:ext cx="2476500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defPPr>
            <a:lvl1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1pPr>
            <a:lvl2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2pPr>
            <a:lvl3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3pPr>
            <a:lvl4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4pPr>
            <a:lvl5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5pPr>
            <a:lvl6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6pPr>
            <a:lvl7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7pPr>
            <a:lvl8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8pPr>
            <a:lvl9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Total apresentado</a:t>
            </a:r>
          </a:p>
        </p:txBody>
      </p:sp>
      <p:cxnSp>
        <p:nvCxnSpPr>
          <p:cNvPr id="10" name="trace-link-0">
            <a:extLst xmlns:a="http://schemas.openxmlformats.org/drawingml/2006/main">
              <a:ext uri="{FF2B5EF4-FFF2-40B4-BE49-F238E27FC236}">
                <a16:creationId xmlns:a16="http://schemas.microsoft.com/office/drawing/2014/main" id="{71EA2B8C-5275-40B9-8442-3044C43E96CA}"/>
              </a:ext>
            </a:extLst>
          </p:cNvPr>
          <p:cNvCxnSpPr/>
          <p:nvPr/>
        </p:nvCxnSpPr>
        <p:spPr>
          <a:xfrm xmlns:a="http://schemas.openxmlformats.org/drawingml/2006/main">
            <a:off x="3048000" y="4219575"/>
            <a:ext cx="657225" cy="0"/>
          </a:xfrm>
          <a:prstGeom xmlns:a="http://schemas.openxmlformats.org/drawingml/2006/main" prst="straightConnector1">
            <a:avLst/>
          </a:prstGeom>
          <a:ln xmlns:a="http://schemas.openxmlformats.org/drawingml/2006/main" w="12383">
            <a:solidFill>
              <a:srgbClr val="D7DFDA"/>
            </a:solidFill>
            <a:prstDash val="solid"/>
            <a:tailEnd type="triangle" w="sm" len="sm"/>
          </a:ln>
        </p:spPr>
      </p:cxnSp>
      <p:pic>
        <p:nvPic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ED93D89-55B4-4178-808F-1AAA9593783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a75e340fd12495a"/>
          <a:srcRect xmlns:a="http://schemas.openxmlformats.org/drawingml/2006/main" l="14160" t="6260" r="13740" b="3130"/>
          <a:stretch xmlns:a="http://schemas.openxmlformats.org/drawingml/2006/main"/>
        </p:blipFill>
        <p:spPr>
          <a:xfrm xmlns:a="http://schemas.openxmlformats.org/drawingml/2006/main">
            <a:off x="3876675" y="3343275"/>
            <a:ext cx="1790700" cy="1676400"/>
          </a:xfrm>
          <a:prstGeom xmlns:a="http://schemas.openxmlformats.org/drawingml/2006/main" prst="rect">
            <a:avLst/>
          </a:prstGeom>
        </p:spPr>
      </p:pic>
      <p:sp>
        <p:nvSpPr>
          <p:cNvPr id="12" name="trace-title-1">
            <a:extLst xmlns:a="http://schemas.openxmlformats.org/drawingml/2006/main">
              <a:ext uri="{FF2B5EF4-FFF2-40B4-BE49-F238E27FC236}">
                <a16:creationId xmlns:a16="http://schemas.microsoft.com/office/drawing/2014/main" id="{9A8E0CD4-6658-48D7-9F34-896F9CA0A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8075" y="5353050"/>
            <a:ext cx="22479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defPPr>
            <a:lvl1pPr algn="ctr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1pPr>
            <a:lvl2pPr algn="ctr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2pPr>
            <a:lvl3pPr algn="ctr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3pPr>
            <a:lvl4pPr algn="ctr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4pPr>
            <a:lvl5pPr algn="ctr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5pPr>
            <a:lvl6pPr algn="ctr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6pPr>
            <a:lvl7pPr algn="ctr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7pPr>
            <a:lvl8pPr algn="ctr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8pPr>
            <a:lvl9pPr algn="ctr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32B2A"/>
                </a:solidFill>
                <a:latin typeface="Arial"/>
                <a:ea typeface="Arial"/>
                <a:cs typeface="Arial"/>
              </a:rPr>
              <a:t>Operações</a:t>
            </a:r>
          </a:p>
        </p:txBody>
      </p:sp>
      <p:sp>
        <p:nvSpPr>
          <p:cNvPr id="13" name="trace-detail-1">
            <a:extLst xmlns:a="http://schemas.openxmlformats.org/drawingml/2006/main">
              <a:ext uri="{FF2B5EF4-FFF2-40B4-BE49-F238E27FC236}">
                <a16:creationId xmlns:a16="http://schemas.microsoft.com/office/drawing/2014/main" id="{5D21536B-5FF6-4624-8FB2-E95483DBB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3775" y="5819775"/>
            <a:ext cx="2476500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defPPr>
            <a:lvl1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1pPr>
            <a:lvl2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2pPr>
            <a:lvl3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3pPr>
            <a:lvl4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4pPr>
            <a:lvl5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5pPr>
            <a:lvl6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6pPr>
            <a:lvl7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7pPr>
            <a:lvl8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8pPr>
            <a:lvl9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Linhas que</a:t>
            </a:r>
          </a:p>
          <a:p xmlns:a="http://schemas.openxmlformats.org/drawingml/2006/main">
            <a: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compõem o valor</a:t>
            </a:r>
          </a:p>
        </p:txBody>
      </p:sp>
      <p:cxnSp>
        <p:nvCxnSpPr>
          <p:cNvPr id="14" name="trace-link-1">
            <a:extLst xmlns:a="http://schemas.openxmlformats.org/drawingml/2006/main">
              <a:ext uri="{FF2B5EF4-FFF2-40B4-BE49-F238E27FC236}">
                <a16:creationId xmlns:a16="http://schemas.microsoft.com/office/drawing/2014/main" id="{8C945C2F-FC53-4B3D-96D5-D88CBE3003E5}"/>
              </a:ext>
            </a:extLst>
          </p:cNvPr>
          <p:cNvCxnSpPr/>
          <p:nvPr/>
        </p:nvCxnSpPr>
        <p:spPr>
          <a:xfrm xmlns:a="http://schemas.openxmlformats.org/drawingml/2006/main">
            <a:off x="5838825" y="4219575"/>
            <a:ext cx="657225" cy="0"/>
          </a:xfrm>
          <a:prstGeom xmlns:a="http://schemas.openxmlformats.org/drawingml/2006/main" prst="straightConnector1">
            <a:avLst/>
          </a:prstGeom>
          <a:ln xmlns:a="http://schemas.openxmlformats.org/drawingml/2006/main" w="12383">
            <a:solidFill>
              <a:srgbClr val="D7DFDA"/>
            </a:solidFill>
            <a:prstDash val="solid"/>
            <a:tailEnd type="triangle" w="sm" len="sm"/>
          </a:ln>
        </p:spPr>
      </p:cxnSp>
      <p:pic>
        <p:nvPic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AE22860-4F7A-47B4-A788-2F251A984E7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6a5529bc4aa4de7"/>
          <a:srcRect xmlns:a="http://schemas.openxmlformats.org/drawingml/2006/main" l="24100" t="8100" r="13540" b="4880"/>
          <a:stretch xmlns:a="http://schemas.openxmlformats.org/drawingml/2006/main"/>
        </p:blipFill>
        <p:spPr>
          <a:xfrm xmlns:a="http://schemas.openxmlformats.org/drawingml/2006/main">
            <a:off x="6667500" y="3343275"/>
            <a:ext cx="1790700" cy="1676400"/>
          </a:xfrm>
          <a:prstGeom xmlns:a="http://schemas.openxmlformats.org/drawingml/2006/main" prst="rect">
            <a:avLst/>
          </a:prstGeom>
        </p:spPr>
      </p:pic>
      <p:sp>
        <p:nvSpPr>
          <p:cNvPr id="16" name="trace-title-2">
            <a:extLst xmlns:a="http://schemas.openxmlformats.org/drawingml/2006/main">
              <a:ext uri="{FF2B5EF4-FFF2-40B4-BE49-F238E27FC236}">
                <a16:creationId xmlns:a16="http://schemas.microsoft.com/office/drawing/2014/main" id="{F324DD18-6093-40CA-ADAC-76F351118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5353050"/>
            <a:ext cx="22479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defPPr>
            <a:lvl1pPr algn="ctr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1pPr>
            <a:lvl2pPr algn="ctr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2pPr>
            <a:lvl3pPr algn="ctr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3pPr>
            <a:lvl4pPr algn="ctr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4pPr>
            <a:lvl5pPr algn="ctr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5pPr>
            <a:lvl6pPr algn="ctr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6pPr>
            <a:lvl7pPr algn="ctr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7pPr>
            <a:lvl8pPr algn="ctr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8pPr>
            <a:lvl9pPr algn="ctr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32B2A"/>
                </a:solidFill>
                <a:latin typeface="Arial"/>
                <a:ea typeface="Arial"/>
                <a:cs typeface="Arial"/>
              </a:rPr>
              <a:t>Regra</a:t>
            </a:r>
          </a:p>
        </p:txBody>
      </p:sp>
      <p:sp>
        <p:nvSpPr>
          <p:cNvPr id="17" name="trace-detail-2">
            <a:extLst xmlns:a="http://schemas.openxmlformats.org/drawingml/2006/main">
              <a:ext uri="{FF2B5EF4-FFF2-40B4-BE49-F238E27FC236}">
                <a16:creationId xmlns:a16="http://schemas.microsoft.com/office/drawing/2014/main" id="{AFDF47F4-70D0-4AC0-B21C-7DF2F7814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5819775"/>
            <a:ext cx="2476500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defPPr>
            <a:lvl1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1pPr>
            <a:lvl2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2pPr>
            <a:lvl3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3pPr>
            <a:lvl4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4pPr>
            <a:lvl5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5pPr>
            <a:lvl6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6pPr>
            <a:lvl7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7pPr>
            <a:lvl8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8pPr>
            <a:lvl9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Condição e</a:t>
            </a:r>
          </a:p>
          <a:p xmlns:a="http://schemas.openxmlformats.org/drawingml/2006/main">
            <a: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vigência aplicadas</a:t>
            </a:r>
          </a:p>
        </p:txBody>
      </p:sp>
      <p:cxnSp>
        <p:nvCxnSpPr>
          <p:cNvPr id="18" name="trace-link-2">
            <a:extLst xmlns:a="http://schemas.openxmlformats.org/drawingml/2006/main">
              <a:ext uri="{FF2B5EF4-FFF2-40B4-BE49-F238E27FC236}">
                <a16:creationId xmlns:a16="http://schemas.microsoft.com/office/drawing/2014/main" id="{966931F4-8C89-4327-903D-DB67B12958FB}"/>
              </a:ext>
            </a:extLst>
          </p:cNvPr>
          <p:cNvCxnSpPr/>
          <p:nvPr/>
        </p:nvCxnSpPr>
        <p:spPr>
          <a:xfrm xmlns:a="http://schemas.openxmlformats.org/drawingml/2006/main">
            <a:off x="8629650" y="4219575"/>
            <a:ext cx="657225" cy="0"/>
          </a:xfrm>
          <a:prstGeom xmlns:a="http://schemas.openxmlformats.org/drawingml/2006/main" prst="straightConnector1">
            <a:avLst/>
          </a:prstGeom>
          <a:ln xmlns:a="http://schemas.openxmlformats.org/drawingml/2006/main" w="12383">
            <a:solidFill>
              <a:srgbClr val="D7DFDA"/>
            </a:solidFill>
            <a:prstDash val="solid"/>
            <a:tailEnd type="triangle" w="sm" len="sm"/>
          </a:ln>
        </p:spPr>
      </p:cxnSp>
      <p:pic>
        <p:nvPic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80E2D66-4AB8-42CD-BB71-FA87840D2A3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5830d4a1a974b68"/>
          <a:srcRect xmlns:a="http://schemas.openxmlformats.org/drawingml/2006/main" l="13950" t="4050" r="13810" b="5160"/>
          <a:stretch xmlns:a="http://schemas.openxmlformats.org/drawingml/2006/main"/>
        </p:blipFill>
        <p:spPr>
          <a:xfrm xmlns:a="http://schemas.openxmlformats.org/drawingml/2006/main">
            <a:off x="9458325" y="3343275"/>
            <a:ext cx="1790700" cy="1676400"/>
          </a:xfrm>
          <a:prstGeom xmlns:a="http://schemas.openxmlformats.org/drawingml/2006/main" prst="rect">
            <a:avLst/>
          </a:prstGeom>
        </p:spPr>
      </p:pic>
      <p:sp>
        <p:nvSpPr>
          <p:cNvPr id="20" name="trace-title-3">
            <a:extLst xmlns:a="http://schemas.openxmlformats.org/drawingml/2006/main">
              <a:ext uri="{FF2B5EF4-FFF2-40B4-BE49-F238E27FC236}">
                <a16:creationId xmlns:a16="http://schemas.microsoft.com/office/drawing/2014/main" id="{94DF997E-C268-4BEF-908F-404AF97B8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9725" y="5353050"/>
            <a:ext cx="22479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defPPr>
            <a:lvl1pPr algn="ctr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1pPr>
            <a:lvl2pPr algn="ctr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2pPr>
            <a:lvl3pPr algn="ctr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3pPr>
            <a:lvl4pPr algn="ctr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4pPr>
            <a:lvl5pPr algn="ctr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5pPr>
            <a:lvl6pPr algn="ctr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6pPr>
            <a:lvl7pPr algn="ctr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7pPr>
            <a:lvl8pPr algn="ctr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8pPr>
            <a:lvl9pPr algn="ctr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21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32B2A"/>
                </a:solidFill>
                <a:latin typeface="Arial"/>
                <a:ea typeface="Arial"/>
                <a:cs typeface="Arial"/>
              </a:rPr>
              <a:t>Arquivo</a:t>
            </a:r>
          </a:p>
        </p:txBody>
      </p:sp>
      <p:sp>
        <p:nvSpPr>
          <p:cNvPr id="21" name="trace-detail-3">
            <a:extLst xmlns:a="http://schemas.openxmlformats.org/drawingml/2006/main">
              <a:ext uri="{FF2B5EF4-FFF2-40B4-BE49-F238E27FC236}">
                <a16:creationId xmlns:a16="http://schemas.microsoft.com/office/drawing/2014/main" id="{F6E53794-BD16-4A16-9870-1DEFE3FD6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5425" y="5819775"/>
            <a:ext cx="2476500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defPPr>
            <a:lvl1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1pPr>
            <a:lvl2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2pPr>
            <a:lvl3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3pPr>
            <a:lvl4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4pPr>
            <a:lvl5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5pPr>
            <a:lvl6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6pPr>
            <a:lvl7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7pPr>
            <a:lvl8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8pPr>
            <a:lvl9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Referência exata</a:t>
            </a:r>
          </a:p>
          <a:p xmlns:a="http://schemas.openxmlformats.org/drawingml/2006/main">
            <a:pPr algn="ctr">
              <a:defRPr sz="15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da fonte</a:t>
            </a:r>
          </a:p>
        </p:txBody>
      </p:sp>
    </p:spTree>
    <p:extLst>
      <p:ext uri="{BB962C8B-B14F-4D97-AF65-F5344CB8AC3E}">
        <p14:creationId xmlns:p14="http://schemas.microsoft.com/office/powerpoint/2010/main" val="1909663423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6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7066138-8CD0-485A-8FE2-66CD5FA4D26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60bb6c1a2e84d08">
            <a:extLst>
              <a:ext uri="{96DAC541-7B7A-43D3-8B79-37D633B846F1}">
                <asvg:svgBlip xmlns:asvg="http://schemas.microsoft.com/office/drawing/2016/SVG/main" r:embed="Re9e34dc498e542c8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38200" y="485775"/>
            <a:ext cx="1000125" cy="205908"/>
          </a:xfrm>
          <a:prstGeom xmlns:a="http://schemas.openxmlformats.org/drawingml/2006/main" prst="rect">
            <a:avLst/>
          </a:prstGeom>
        </p:spPr>
      </p:pic>
      <p:sp>
        <p:nvSpPr>
          <p:cNvPr id="3" name="section">
            <a:extLst xmlns:a="http://schemas.openxmlformats.org/drawingml/2006/main">
              <a:ext uri="{FF2B5EF4-FFF2-40B4-BE49-F238E27FC236}">
                <a16:creationId xmlns:a16="http://schemas.microsoft.com/office/drawing/2014/main" id="{ED86E26E-DF3A-4639-A761-93F05952C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04825"/>
            <a:ext cx="3257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defPPr>
            <a:lvl1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1pPr>
            <a:lvl2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2pPr>
            <a:lvl3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3pPr>
            <a:lvl4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4pPr>
            <a:lvl5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5pPr>
            <a:lvl6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6pPr>
            <a:lvl7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7pPr>
            <a:lvl8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8pPr>
            <a:lvl9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pPr>
            <a:r>
              <a: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rPr>
              <a:t>EVIDÊNCIA E ORIGEM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BFD47357-571B-490F-A8EB-EE4E27B01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53175"/>
            <a:ext cx="304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defPPr>
            <a:lvl1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1pPr>
            <a:lvl2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2pPr>
            <a:lvl3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3pPr>
            <a:lvl4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4pPr>
            <a:lvl5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5pPr>
            <a:lvl6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6pPr>
            <a:lvl7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7pPr>
            <a:lvl8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8pPr>
            <a:lvl9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pPr>
            <a:r>
              <a: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rPr>
              <a:t>20</a:t>
            </a:r>
          </a:p>
        </p:txBody>
      </p:sp>
      <p:sp>
        <p:nvSpPr>
          <p:cNvPr id="5" name="headline-first">
            <a:extLst xmlns:a="http://schemas.openxmlformats.org/drawingml/2006/main">
              <a:ext uri="{FF2B5EF4-FFF2-40B4-BE49-F238E27FC236}">
                <a16:creationId xmlns:a16="http://schemas.microsoft.com/office/drawing/2014/main" id="{64E60801-9463-46AA-A724-A23AF9C93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266825"/>
            <a:ext cx="1000125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defPPr>
            <a:lvl1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1pPr>
            <a:lvl2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2pPr>
            <a:lvl3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3pPr>
            <a:lvl4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4pPr>
            <a:lvl5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5pPr>
            <a:lvl6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6pPr>
            <a:lvl7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7pPr>
            <a:lvl8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8pPr>
            <a:lvl9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pPr>
            <a:r>
              <a:rPr sz="3750" b="0">
                <a:solidFill>
                  <a:srgbClr val="132B2A"/>
                </a:solidFill>
                <a:latin typeface="Arial"/>
                <a:ea typeface="Arial"/>
                <a:cs typeface="Arial"/>
              </a:rPr>
              <a:t>Rota Global</a:t>
            </a:r>
          </a:p>
        </p:txBody>
      </p:sp>
      <p:sp>
        <p:nvSpPr>
          <p:cNvPr id="6" name="case-status">
            <a:extLst xmlns:a="http://schemas.openxmlformats.org/drawingml/2006/main">
              <a:ext uri="{FF2B5EF4-FFF2-40B4-BE49-F238E27FC236}">
                <a16:creationId xmlns:a16="http://schemas.microsoft.com/office/drawing/2014/main" id="{23D4DC06-7BF6-48EF-9308-3099B8E97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57400"/>
            <a:ext cx="10191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defPPr>
            <a:lvl1pPr algn="l">
              <a:defRPr sz="21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1pPr>
            <a:lvl2pPr algn="l">
              <a:defRPr sz="21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2pPr>
            <a:lvl3pPr algn="l">
              <a:defRPr sz="21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3pPr>
            <a:lvl4pPr algn="l">
              <a:defRPr sz="21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4pPr>
            <a:lvl5pPr algn="l">
              <a:defRPr sz="21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5pPr>
            <a:lvl6pPr algn="l">
              <a:defRPr sz="21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6pPr>
            <a:lvl7pPr algn="l">
              <a:defRPr sz="21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7pPr>
            <a:lvl8pPr algn="l">
              <a:defRPr sz="21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8pPr>
            <a:lvl9pPr algn="l">
              <a:defRPr sz="21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Diferença líquida preparada para revisão</a:t>
            </a:r>
          </a:p>
        </p:txBody>
      </p:sp>
      <p:sp>
        <p:nvSpPr>
          <p:cNvPr id="7" name="case-total">
            <a:extLst xmlns:a="http://schemas.openxmlformats.org/drawingml/2006/main">
              <a:ext uri="{FF2B5EF4-FFF2-40B4-BE49-F238E27FC236}">
                <a16:creationId xmlns:a16="http://schemas.microsoft.com/office/drawing/2014/main" id="{9F10668B-2591-4005-AAC7-90A50D7D4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48000"/>
            <a:ext cx="6191250" cy="1038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58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defPPr>
            <a:lvl1pPr algn="l">
              <a:defRPr sz="58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1pPr>
            <a:lvl2pPr algn="l">
              <a:defRPr sz="58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2pPr>
            <a:lvl3pPr algn="l">
              <a:defRPr sz="58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3pPr>
            <a:lvl4pPr algn="l">
              <a:defRPr sz="58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4pPr>
            <a:lvl5pPr algn="l">
              <a:defRPr sz="58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5pPr>
            <a:lvl6pPr algn="l">
              <a:defRPr sz="58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6pPr>
            <a:lvl7pPr algn="l">
              <a:defRPr sz="58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7pPr>
            <a:lvl8pPr algn="l">
              <a:defRPr sz="58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8pPr>
            <a:lvl9pPr algn="l">
              <a:defRPr sz="58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58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pPr>
            <a:r>
              <a:rPr sz="5850" b="0">
                <a:solidFill>
                  <a:srgbClr val="1E6654"/>
                </a:solidFill>
                <a:latin typeface="Arial"/>
                <a:ea typeface="Arial"/>
                <a:cs typeface="Arial"/>
              </a:rPr>
              <a:t>R$ 1.546,28</a:t>
            </a:r>
          </a:p>
        </p:txBody>
      </p:sp>
      <p:sp>
        <p:nvSpPr>
          <p:cNvPr id="8" name="positive-component">
            <a:extLst xmlns:a="http://schemas.openxmlformats.org/drawingml/2006/main">
              <a:ext uri="{FF2B5EF4-FFF2-40B4-BE49-F238E27FC236}">
                <a16:creationId xmlns:a16="http://schemas.microsoft.com/office/drawing/2014/main" id="{BF7E1D2D-EA32-436B-8BB4-C29DA93F5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676775"/>
            <a:ext cx="28575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3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defPPr>
            <a:lvl1pPr algn="l">
              <a:defRPr sz="23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1pPr>
            <a:lvl2pPr algn="l">
              <a:defRPr sz="23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2pPr>
            <a:lvl3pPr algn="l">
              <a:defRPr sz="23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3pPr>
            <a:lvl4pPr algn="l">
              <a:defRPr sz="23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4pPr>
            <a:lvl5pPr algn="l">
              <a:defRPr sz="23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5pPr>
            <a:lvl6pPr algn="l">
              <a:defRPr sz="23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6pPr>
            <a:lvl7pPr algn="l">
              <a:defRPr sz="23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7pPr>
            <a:lvl8pPr algn="l">
              <a:defRPr sz="23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8pPr>
            <a:lvl9pPr algn="l">
              <a:defRPr sz="23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3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E6654"/>
                </a:solidFill>
                <a:latin typeface="Arial"/>
                <a:ea typeface="Arial"/>
                <a:cs typeface="Arial"/>
              </a:rPr>
              <a:t>+ R$ 1.644,72</a:t>
            </a:r>
          </a:p>
        </p:txBody>
      </p:sp>
      <p:sp>
        <p:nvSpPr>
          <p:cNvPr id="9" name="positive-meaning">
            <a:extLst xmlns:a="http://schemas.openxmlformats.org/drawingml/2006/main">
              <a:ext uri="{FF2B5EF4-FFF2-40B4-BE49-F238E27FC236}">
                <a16:creationId xmlns:a16="http://schemas.microsoft.com/office/drawing/2014/main" id="{FE3030CF-7176-426B-9514-37E8BCD0D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0925" y="4724400"/>
            <a:ext cx="333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defPPr>
            <a:lvl1pPr algn="l">
              <a:defRPr sz="18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1pPr>
            <a:lvl2pPr algn="l">
              <a:defRPr sz="18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2pPr>
            <a:lvl3pPr algn="l">
              <a:defRPr sz="18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3pPr>
            <a:lvl4pPr algn="l">
              <a:defRPr sz="18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4pPr>
            <a:lvl5pPr algn="l">
              <a:defRPr sz="18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5pPr>
            <a:lvl6pPr algn="l">
              <a:defRPr sz="18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6pPr>
            <a:lvl7pPr algn="l">
              <a:defRPr sz="18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7pPr>
            <a:lvl8pPr algn="l">
              <a:defRPr sz="18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8pPr>
            <a:lvl9pPr algn="l">
              <a:defRPr sz="18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diferenças positivas</a:t>
            </a:r>
          </a:p>
        </p:txBody>
      </p:sp>
      <p:sp>
        <p:nvSpPr>
          <p:cNvPr id="10" name="negative-component">
            <a:extLst xmlns:a="http://schemas.openxmlformats.org/drawingml/2006/main">
              <a:ext uri="{FF2B5EF4-FFF2-40B4-BE49-F238E27FC236}">
                <a16:creationId xmlns:a16="http://schemas.microsoft.com/office/drawing/2014/main" id="{5B0569E2-1152-4115-9AE3-4BE7770EE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229225"/>
            <a:ext cx="28575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3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defPPr>
            <a:lvl1pPr algn="l">
              <a:defRPr sz="23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1pPr>
            <a:lvl2pPr algn="l">
              <a:defRPr sz="23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2pPr>
            <a:lvl3pPr algn="l">
              <a:defRPr sz="23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3pPr>
            <a:lvl4pPr algn="l">
              <a:defRPr sz="23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4pPr>
            <a:lvl5pPr algn="l">
              <a:defRPr sz="23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5pPr>
            <a:lvl6pPr algn="l">
              <a:defRPr sz="23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6pPr>
            <a:lvl7pPr algn="l">
              <a:defRPr sz="23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7pPr>
            <a:lvl8pPr algn="l">
              <a:defRPr sz="23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8pPr>
            <a:lvl9pPr algn="l">
              <a:defRPr sz="23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3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32B2A"/>
                </a:solidFill>
                <a:latin typeface="Arial"/>
                <a:ea typeface="Arial"/>
                <a:cs typeface="Arial"/>
              </a:rPr>
              <a:t>− R$ 98,44</a:t>
            </a:r>
          </a:p>
        </p:txBody>
      </p:sp>
      <p:sp>
        <p:nvSpPr>
          <p:cNvPr id="11" name="negative-meaning">
            <a:extLst xmlns:a="http://schemas.openxmlformats.org/drawingml/2006/main">
              <a:ext uri="{FF2B5EF4-FFF2-40B4-BE49-F238E27FC236}">
                <a16:creationId xmlns:a16="http://schemas.microsoft.com/office/drawing/2014/main" id="{94AE70C2-49E3-4E4C-ADA7-C6ACC8209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0925" y="5276850"/>
            <a:ext cx="3476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defPPr>
            <a:lvl1pPr algn="l">
              <a:defRPr sz="18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1pPr>
            <a:lvl2pPr algn="l">
              <a:defRPr sz="18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2pPr>
            <a:lvl3pPr algn="l">
              <a:defRPr sz="18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3pPr>
            <a:lvl4pPr algn="l">
              <a:defRPr sz="18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4pPr>
            <a:lvl5pPr algn="l">
              <a:defRPr sz="18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5pPr>
            <a:lvl6pPr algn="l">
              <a:defRPr sz="18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6pPr>
            <a:lvl7pPr algn="l">
              <a:defRPr sz="18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7pPr>
            <a:lvl8pPr algn="l">
              <a:defRPr sz="18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8pPr>
            <a:lvl9pPr algn="l">
              <a:defRPr sz="18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abatimentos por estornos</a:t>
            </a:r>
          </a:p>
        </p:txBody>
      </p:sp>
      <p:sp>
        <p:nvSpPr>
          <p:cNvPr id="12" name="operation">
            <a:extLst xmlns:a="http://schemas.openxmlformats.org/drawingml/2006/main">
              <a:ext uri="{FF2B5EF4-FFF2-40B4-BE49-F238E27FC236}">
                <a16:creationId xmlns:a16="http://schemas.microsoft.com/office/drawing/2014/main" id="{BF860D85-D357-4294-88FB-9C58F0E23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3038475"/>
            <a:ext cx="39052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defPPr>
            <a:lvl1pPr algn="l">
              <a:defRPr sz="187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1pPr>
            <a:lvl2pPr algn="l">
              <a:defRPr sz="187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2pPr>
            <a:lvl3pPr algn="l">
              <a:defRPr sz="187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3pPr>
            <a:lvl4pPr algn="l">
              <a:defRPr sz="187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4pPr>
            <a:lvl5pPr algn="l">
              <a:defRPr sz="187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5pPr>
            <a:lvl6pPr algn="l">
              <a:defRPr sz="187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6pPr>
            <a:lvl7pPr algn="l">
              <a:defRPr sz="187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7pPr>
            <a:lvl8pPr algn="l">
              <a:defRPr sz="187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8pPr>
            <a:lvl9pPr algn="l">
              <a:defRPr sz="187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32B2A"/>
                </a:solidFill>
                <a:latin typeface="Arial"/>
                <a:ea typeface="Arial"/>
                <a:cs typeface="Arial"/>
              </a:rPr>
              <a:t>Operação TX88423647</a:t>
            </a:r>
          </a:p>
        </p:txBody>
      </p:sp>
      <p:sp>
        <p:nvSpPr>
          <p:cNvPr id="13" name="contract-rate">
            <a:extLst xmlns:a="http://schemas.openxmlformats.org/drawingml/2006/main">
              <a:ext uri="{FF2B5EF4-FFF2-40B4-BE49-F238E27FC236}">
                <a16:creationId xmlns:a16="http://schemas.microsoft.com/office/drawing/2014/main" id="{8CCEF0DB-AA0A-4CE6-9959-A78DEFB6A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3676650"/>
            <a:ext cx="1524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9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defPPr>
            <a:lvl1pPr algn="l">
              <a:defRPr sz="29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1pPr>
            <a:lvl2pPr algn="l">
              <a:defRPr sz="29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2pPr>
            <a:lvl3pPr algn="l">
              <a:defRPr sz="29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3pPr>
            <a:lvl4pPr algn="l">
              <a:defRPr sz="29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4pPr>
            <a:lvl5pPr algn="l">
              <a:defRPr sz="29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5pPr>
            <a:lvl6pPr algn="l">
              <a:defRPr sz="29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6pPr>
            <a:lvl7pPr algn="l">
              <a:defRPr sz="29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7pPr>
            <a:lvl8pPr algn="l">
              <a:defRPr sz="29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8pPr>
            <a:lvl9pPr algn="l">
              <a:defRPr sz="29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9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pPr>
            <a:r>
              <a:rPr sz="2925" b="0">
                <a:solidFill>
                  <a:srgbClr val="132B2A"/>
                </a:solidFill>
                <a:latin typeface="Arial"/>
                <a:ea typeface="Arial"/>
                <a:cs typeface="Arial"/>
              </a:rPr>
              <a:t>3,59%</a:t>
            </a:r>
          </a:p>
        </p:txBody>
      </p:sp>
      <p:sp>
        <p:nvSpPr>
          <p:cNvPr id="14" name="contract-caption">
            <a:extLst xmlns:a="http://schemas.openxmlformats.org/drawingml/2006/main">
              <a:ext uri="{FF2B5EF4-FFF2-40B4-BE49-F238E27FC236}">
                <a16:creationId xmlns:a16="http://schemas.microsoft.com/office/drawing/2014/main" id="{19C7FDCC-0DDC-4C92-A385-4703A0C91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3829050"/>
            <a:ext cx="22098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defPPr>
            <a:lvl1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1pPr>
            <a:lvl2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2pPr>
            <a:lvl3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3pPr>
            <a:lvl4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4pPr>
            <a:lvl5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5pPr>
            <a:lvl6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6pPr>
            <a:lvl7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7pPr>
            <a:lvl8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8pPr>
            <a:lvl9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contratados</a:t>
            </a:r>
          </a:p>
        </p:txBody>
      </p:sp>
      <p:sp>
        <p:nvSpPr>
          <p:cNvPr id="15" name="applied-rate">
            <a:extLst xmlns:a="http://schemas.openxmlformats.org/drawingml/2006/main">
              <a:ext uri="{FF2B5EF4-FFF2-40B4-BE49-F238E27FC236}">
                <a16:creationId xmlns:a16="http://schemas.microsoft.com/office/drawing/2014/main" id="{1B58B7D4-C648-43B4-A484-7BFDE481F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4276725"/>
            <a:ext cx="1524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9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defPPr>
            <a:lvl1pPr algn="l">
              <a:defRPr sz="29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1pPr>
            <a:lvl2pPr algn="l">
              <a:defRPr sz="29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2pPr>
            <a:lvl3pPr algn="l">
              <a:defRPr sz="29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3pPr>
            <a:lvl4pPr algn="l">
              <a:defRPr sz="29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4pPr>
            <a:lvl5pPr algn="l">
              <a:defRPr sz="29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5pPr>
            <a:lvl6pPr algn="l">
              <a:defRPr sz="29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6pPr>
            <a:lvl7pPr algn="l">
              <a:defRPr sz="29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7pPr>
            <a:lvl8pPr algn="l">
              <a:defRPr sz="29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8pPr>
            <a:lvl9pPr algn="l">
              <a:defRPr sz="29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9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pPr>
            <a:r>
              <a:rPr sz="2925" b="0">
                <a:solidFill>
                  <a:srgbClr val="132B2A"/>
                </a:solidFill>
                <a:latin typeface="Arial"/>
                <a:ea typeface="Arial"/>
                <a:cs typeface="Arial"/>
              </a:rPr>
              <a:t>4,09%</a:t>
            </a:r>
          </a:p>
        </p:txBody>
      </p:sp>
      <p:sp>
        <p:nvSpPr>
          <p:cNvPr id="16" name="applied-caption">
            <a:extLst xmlns:a="http://schemas.openxmlformats.org/drawingml/2006/main">
              <a:ext uri="{FF2B5EF4-FFF2-40B4-BE49-F238E27FC236}">
                <a16:creationId xmlns:a16="http://schemas.microsoft.com/office/drawing/2014/main" id="{3489E64F-5982-4BCC-90D0-F65606192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4429125"/>
            <a:ext cx="22098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defPPr>
            <a:lvl1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1pPr>
            <a:lvl2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2pPr>
            <a:lvl3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3pPr>
            <a:lvl4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4pPr>
            <a:lvl5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5pPr>
            <a:lvl6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6pPr>
            <a:lvl7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7pPr>
            <a:lvl8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8pPr>
            <a:lvl9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aplicados</a:t>
            </a:r>
          </a:p>
        </p:txBody>
      </p:sp>
      <p:sp>
        <p:nvSpPr>
          <p:cNvPr id="17" name="line-difference">
            <a:extLst xmlns:a="http://schemas.openxmlformats.org/drawingml/2006/main">
              <a:ext uri="{FF2B5EF4-FFF2-40B4-BE49-F238E27FC236}">
                <a16:creationId xmlns:a16="http://schemas.microsoft.com/office/drawing/2014/main" id="{98FCA867-0A12-498E-9294-506E1D345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4991100"/>
            <a:ext cx="3905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1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defPPr>
            <a:lvl1pPr algn="l">
              <a:defRPr sz="31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1pPr>
            <a:lvl2pPr algn="l">
              <a:defRPr sz="31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2pPr>
            <a:lvl3pPr algn="l">
              <a:defRPr sz="31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3pPr>
            <a:lvl4pPr algn="l">
              <a:defRPr sz="31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4pPr>
            <a:lvl5pPr algn="l">
              <a:defRPr sz="31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5pPr>
            <a:lvl6pPr algn="l">
              <a:defRPr sz="31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6pPr>
            <a:lvl7pPr algn="l">
              <a:defRPr sz="31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7pPr>
            <a:lvl8pPr algn="l">
              <a:defRPr sz="31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8pPr>
            <a:lvl9pPr algn="l">
              <a:defRPr sz="31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1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pPr>
            <a:r>
              <a:rPr sz="3150" b="0">
                <a:solidFill>
                  <a:srgbClr val="1E6654"/>
                </a:solidFill>
                <a:latin typeface="Arial"/>
                <a:ea typeface="Arial"/>
                <a:cs typeface="Arial"/>
              </a:rPr>
              <a:t>R$ 66,28</a:t>
            </a:r>
          </a:p>
        </p:txBody>
      </p:sp>
      <p:sp>
        <p:nvSpPr>
          <p:cNvPr id="18" name="line-meaning">
            <a:extLst xmlns:a="http://schemas.openxmlformats.org/drawingml/2006/main">
              <a:ext uri="{FF2B5EF4-FFF2-40B4-BE49-F238E27FC236}">
                <a16:creationId xmlns:a16="http://schemas.microsoft.com/office/drawing/2014/main" id="{2A790E10-EA12-4C66-8CC7-646B57962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5581650"/>
            <a:ext cx="39052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defPPr>
            <a:lvl1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1pPr>
            <a:lvl2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2pPr>
            <a:lvl3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3pPr>
            <a:lvl4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4pPr>
            <a:lvl5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5pPr>
            <a:lvl6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6pPr>
            <a:lvl7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7pPr>
            <a:lvl8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8pPr>
            <a:lvl9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de diferença nesta linha</a:t>
            </a:r>
          </a:p>
        </p:txBody>
      </p:sp>
      <p:sp>
        <p:nvSpPr>
          <p:cNvPr id="19" name="source">
            <a:extLst xmlns:a="http://schemas.openxmlformats.org/drawingml/2006/main">
              <a:ext uri="{FF2B5EF4-FFF2-40B4-BE49-F238E27FC236}">
                <a16:creationId xmlns:a16="http://schemas.microsoft.com/office/drawing/2014/main" id="{F879EE09-C070-492E-9455-1627E8643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191250"/>
            <a:ext cx="100488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Orbe, linha 749. Taxas vigentes da Rota Global.</a:t>
            </a:r>
          </a:p>
        </p:txBody>
      </p:sp>
    </p:spTree>
    <p:extLst>
      <p:ext uri="{BB962C8B-B14F-4D97-AF65-F5344CB8AC3E}">
        <p14:creationId xmlns:p14="http://schemas.microsoft.com/office/powerpoint/2010/main" val="773700380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6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45061BA-D548-455D-B761-A6AEC8212E1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2c9271ab9724a79">
            <a:extLst>
              <a:ext uri="{96DAC541-7B7A-43D3-8B79-37D633B846F1}">
                <asvg:svgBlip xmlns:asvg="http://schemas.microsoft.com/office/drawing/2016/SVG/main" r:embed="R3de74d065e944e71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38200" y="485775"/>
            <a:ext cx="1000125" cy="209550"/>
          </a:xfrm>
          <a:prstGeom xmlns:a="http://schemas.openxmlformats.org/drawingml/2006/main" prst="rect">
            <a:avLst/>
          </a:prstGeom>
        </p:spPr>
      </p:pic>
      <p:sp>
        <p:nvSpPr>
          <p:cNvPr id="3" name="architecture-section">
            <a:extLst xmlns:a="http://schemas.openxmlformats.org/drawingml/2006/main">
              <a:ext uri="{FF2B5EF4-FFF2-40B4-BE49-F238E27FC236}">
                <a16:creationId xmlns:a16="http://schemas.microsoft.com/office/drawing/2014/main" id="{5410A5B2-B832-48A6-B36C-C7B9C9325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504825"/>
            <a:ext cx="31146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defPPr>
            <a:lvl1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1pPr>
            <a:lvl2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2pPr>
            <a:lvl3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3pPr>
            <a:lvl4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4pPr>
            <a:lvl5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5pPr>
            <a:lvl6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6pPr>
            <a:lvl7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7pPr>
            <a:lvl8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8pPr>
            <a:lvl9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pPr>
            <a:r>
              <a: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rPr>
              <a:t>ARQUITETURA AGÊNTICA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45EB8A0C-7D25-4163-97CB-093899316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53175"/>
            <a:ext cx="304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defPPr>
            <a:lvl1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1pPr>
            <a:lvl2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2pPr>
            <a:lvl3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3pPr>
            <a:lvl4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4pPr>
            <a:lvl5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5pPr>
            <a:lvl6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6pPr>
            <a:lvl7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7pPr>
            <a:lvl8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8pPr>
            <a:lvl9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pPr>
            <a:r>
              <a: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rPr>
              <a:t>21</a:t>
            </a:r>
          </a:p>
        </p:txBody>
      </p:sp>
      <p:sp>
        <p:nvSpPr>
          <p:cNvPr id="5" name="headline-line-1">
            <a:extLst xmlns:a="http://schemas.openxmlformats.org/drawingml/2006/main">
              <a:ext uri="{FF2B5EF4-FFF2-40B4-BE49-F238E27FC236}">
                <a16:creationId xmlns:a16="http://schemas.microsoft.com/office/drawing/2014/main" id="{01AE8B62-9EEE-48E3-80ED-3B02013B8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266825"/>
            <a:ext cx="542925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defPPr>
            <a:lvl1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1pPr>
            <a:lvl2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2pPr>
            <a:lvl3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3pPr>
            <a:lvl4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4pPr>
            <a:lvl5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5pPr>
            <a:lvl6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6pPr>
            <a:lvl7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7pPr>
            <a:lvl8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8pPr>
            <a:lvl9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pPr>
            <a:r>
              <a:rPr sz="3750" b="0">
                <a:solidFill>
                  <a:srgbClr val="132B2A"/>
                </a:solidFill>
                <a:latin typeface="Arial"/>
                <a:ea typeface="Arial"/>
                <a:cs typeface="Arial"/>
              </a:rPr>
              <a:t>Arquitetura agêntica.</a:t>
            </a:r>
          </a:p>
        </p:txBody>
      </p:sp>
      <p:sp>
        <p:nvSpPr>
          <p:cNvPr id="6" name="headline-line-2">
            <a:extLst xmlns:a="http://schemas.openxmlformats.org/drawingml/2006/main">
              <a:ext uri="{FF2B5EF4-FFF2-40B4-BE49-F238E27FC236}">
                <a16:creationId xmlns:a16="http://schemas.microsoft.com/office/drawing/2014/main" id="{51EF51F1-C5D0-4411-ADD3-C08AF2262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95475"/>
            <a:ext cx="542925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defPPr>
            <a:lvl1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1pPr>
            <a:lvl2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2pPr>
            <a:lvl3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3pPr>
            <a:lvl4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4pPr>
            <a:lvl5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5pPr>
            <a:lvl6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6pPr>
            <a:lvl7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7pPr>
            <a:lvl8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8pPr>
            <a:lvl9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pPr>
            <a:r>
              <a:rPr sz="3750" b="0">
                <a:solidFill>
                  <a:srgbClr val="1E6654"/>
                </a:solidFill>
                <a:latin typeface="Arial"/>
                <a:ea typeface="Arial"/>
                <a:cs typeface="Arial"/>
              </a:rPr>
              <a:t>A apuração é a base.</a:t>
            </a:r>
          </a:p>
        </p:txBody>
      </p:sp>
      <p:sp>
        <p:nvSpPr>
          <p:cNvPr id="7" name="foundation-explanation">
            <a:extLst xmlns:a="http://schemas.openxmlformats.org/drawingml/2006/main">
              <a:ext uri="{FF2B5EF4-FFF2-40B4-BE49-F238E27FC236}">
                <a16:creationId xmlns:a16="http://schemas.microsoft.com/office/drawing/2014/main" id="{BEC6A421-B36D-4D16-A53C-F39849885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305175"/>
            <a:ext cx="4667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defPPr>
            <a:lvl1pPr algn="l">
              <a:defRPr sz="20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1pPr>
            <a:lvl2pPr algn="l">
              <a:defRPr sz="20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2pPr>
            <a:lvl3pPr algn="l">
              <a:defRPr sz="20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3pPr>
            <a:lvl4pPr algn="l">
              <a:defRPr sz="20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4pPr>
            <a:lvl5pPr algn="l">
              <a:defRPr sz="20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5pPr>
            <a:lvl6pPr algn="l">
              <a:defRPr sz="20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6pPr>
            <a:lvl7pPr algn="l">
              <a:defRPr sz="20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7pPr>
            <a:lvl8pPr algn="l">
              <a:defRPr sz="20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8pPr>
            <a:lvl9pPr algn="l">
              <a:defRPr sz="20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Fontes preservadas e regras vigentes</a:t>
            </a:r>
          </a:p>
          <a:p xmlns:a="http://schemas.openxmlformats.org/drawingml/2006/main">
            <a:pPr algn="l">
              <a:defRPr sz="20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formam a base de cada caso.</a:t>
            </a:r>
          </a:p>
        </p:txBody>
      </p:sp>
      <p:sp>
        <p:nvSpPr>
          <p:cNvPr id="8" name="foundation-scope">
            <a:extLst xmlns:a="http://schemas.openxmlformats.org/drawingml/2006/main">
              <a:ext uri="{FF2B5EF4-FFF2-40B4-BE49-F238E27FC236}">
                <a16:creationId xmlns:a16="http://schemas.microsoft.com/office/drawing/2014/main" id="{5ECC79B4-F3B4-4FA0-AA94-A759CE09B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848225"/>
            <a:ext cx="4667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defPPr>
            <a:lvl1pPr algn="l">
              <a:defRPr sz="19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1pPr>
            <a:lvl2pPr algn="l">
              <a:defRPr sz="19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2pPr>
            <a:lvl3pPr algn="l">
              <a:defRPr sz="19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3pPr>
            <a:lvl4pPr algn="l">
              <a:defRPr sz="19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4pPr>
            <a:lvl5pPr algn="l">
              <a:defRPr sz="19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5pPr>
            <a:lvl6pPr algn="l">
              <a:defRPr sz="19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6pPr>
            <a:lvl7pPr algn="l">
              <a:defRPr sz="19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7pPr>
            <a:lvl8pPr algn="l">
              <a:defRPr sz="19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8pPr>
            <a:lvl9pPr algn="l">
              <a:defRPr sz="19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O cálculo determina os valores.</a:t>
            </a:r>
          </a:p>
          <a:p xmlns:a="http://schemas.openxmlformats.org/drawingml/2006/main">
            <a:pPr algn="l">
              <a:defRPr sz="19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Os agentes investigam as pendências.</a:t>
            </a:r>
          </a:p>
        </p:txBody>
      </p:sp>
      <p:pic>
        <p:nvPic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F324DC9-D230-469B-812C-B75362FC02A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155a5bfcaa741ec"/>
          <a:srcRect xmlns:a="http://schemas.openxmlformats.org/drawingml/2006/main" l="13000" t="7000" r="10000" b="3000"/>
          <a:stretch xmlns:a="http://schemas.openxmlformats.org/drawingml/2006/main"/>
        </p:blipFill>
        <p:spPr>
          <a:xfrm xmlns:a="http://schemas.openxmlformats.org/drawingml/2006/main">
            <a:off x="7162800" y="1609725"/>
            <a:ext cx="4343400" cy="4381500"/>
          </a:xfrm>
          <a:prstGeom xmlns:a="http://schemas.openxmlformats.org/drawingml/2006/main" prst="rect">
            <a:avLst/>
          </a:prstGeom>
        </p:spPr>
      </p:pic>
      <p:sp>
        <p:nvSpPr>
          <p:cNvPr id="10" name="layer-label-Apuração">
            <a:extLst xmlns:a="http://schemas.openxmlformats.org/drawingml/2006/main">
              <a:ext uri="{FF2B5EF4-FFF2-40B4-BE49-F238E27FC236}">
                <a16:creationId xmlns:a16="http://schemas.microsoft.com/office/drawing/2014/main" id="{9347138C-2EB6-4692-A06C-D781D8BEB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48325" y="2714625"/>
            <a:ext cx="136207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8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defPPr>
            <a:lvl1pPr algn="r">
              <a:defRPr sz="18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1pPr>
            <a:lvl2pPr algn="r">
              <a:defRPr sz="18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2pPr>
            <a:lvl3pPr algn="r">
              <a:defRPr sz="18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3pPr>
            <a:lvl4pPr algn="r">
              <a:defRPr sz="18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4pPr>
            <a:lvl5pPr algn="r">
              <a:defRPr sz="18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5pPr>
            <a:lvl6pPr algn="r">
              <a:defRPr sz="18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6pPr>
            <a:lvl7pPr algn="r">
              <a:defRPr sz="18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7pPr>
            <a:lvl8pPr algn="r">
              <a:defRPr sz="18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8pPr>
            <a:lvl9pPr algn="r">
              <a:defRPr sz="18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18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Apuração</a:t>
            </a:r>
          </a:p>
        </p:txBody>
      </p:sp>
      <p:cxnSp>
        <p:nvCxnSpPr>
          <p:cNvPr id="11" name="layer-link-Apuração">
            <a:extLst xmlns:a="http://schemas.openxmlformats.org/drawingml/2006/main">
              <a:ext uri="{FF2B5EF4-FFF2-40B4-BE49-F238E27FC236}">
                <a16:creationId xmlns:a16="http://schemas.microsoft.com/office/drawing/2014/main" id="{3AB9C1EA-B3A6-40F3-BE5A-0F630B7588D3}"/>
              </a:ext>
            </a:extLst>
          </p:cNvPr>
          <p:cNvCxnSpPr/>
          <p:nvPr/>
        </p:nvCxnSpPr>
        <p:spPr>
          <a:xfrm xmlns:a="http://schemas.openxmlformats.org/drawingml/2006/main">
            <a:off x="7115175" y="2924175"/>
            <a:ext cx="409575" cy="0"/>
          </a:xfrm>
          <a:prstGeom xmlns:a="http://schemas.openxmlformats.org/drawingml/2006/main" prst="straightConnector1">
            <a:avLst/>
          </a:prstGeom>
          <a:ln xmlns:a="http://schemas.openxmlformats.org/drawingml/2006/main" w="12383">
            <a:solidFill>
              <a:srgbClr val="D7DFDA"/>
            </a:solidFill>
            <a:prstDash val="solid"/>
          </a:ln>
        </p:spPr>
      </p:cxnSp>
      <p:sp>
        <p:nvSpPr>
          <p:cNvPr id="12" name="layer-anchor-Apuração">
            <a:extLst xmlns:a="http://schemas.openxmlformats.org/drawingml/2006/main">
              <a:ext uri="{FF2B5EF4-FFF2-40B4-BE49-F238E27FC236}">
                <a16:creationId xmlns:a16="http://schemas.microsoft.com/office/drawing/2014/main" id="{67A39D4E-205C-45FE-82CF-9C0CC6CA7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0" y="2897505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6654"/>
          </a:solidFill>
          <a:ln xmlns:a="http://schemas.openxmlformats.org/drawingml/2006/main" w="0">
            <a:noFill/>
          </a:ln>
        </p:spPr>
      </p:sp>
      <p:sp>
        <p:nvSpPr>
          <p:cNvPr id="13" name="layer-label-Regras">
            <a:extLst xmlns:a="http://schemas.openxmlformats.org/drawingml/2006/main">
              <a:ext uri="{FF2B5EF4-FFF2-40B4-BE49-F238E27FC236}">
                <a16:creationId xmlns:a16="http://schemas.microsoft.com/office/drawing/2014/main" id="{EFA9EAB5-E785-4F6E-A6CB-BB3C50F1C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48325" y="3895725"/>
            <a:ext cx="136207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8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defPPr>
            <a:lvl1pPr algn="r">
              <a:defRPr sz="18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1pPr>
            <a:lvl2pPr algn="r">
              <a:defRPr sz="18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2pPr>
            <a:lvl3pPr algn="r">
              <a:defRPr sz="18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3pPr>
            <a:lvl4pPr algn="r">
              <a:defRPr sz="18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4pPr>
            <a:lvl5pPr algn="r">
              <a:defRPr sz="18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5pPr>
            <a:lvl6pPr algn="r">
              <a:defRPr sz="18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6pPr>
            <a:lvl7pPr algn="r">
              <a:defRPr sz="18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7pPr>
            <a:lvl8pPr algn="r">
              <a:defRPr sz="18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8pPr>
            <a:lvl9pPr algn="r">
              <a:defRPr sz="18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18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Regras</a:t>
            </a:r>
          </a:p>
        </p:txBody>
      </p:sp>
      <p:cxnSp>
        <p:nvCxnSpPr>
          <p:cNvPr id="14" name="layer-link-Regras">
            <a:extLst xmlns:a="http://schemas.openxmlformats.org/drawingml/2006/main">
              <a:ext uri="{FF2B5EF4-FFF2-40B4-BE49-F238E27FC236}">
                <a16:creationId xmlns:a16="http://schemas.microsoft.com/office/drawing/2014/main" id="{FBEDE1D7-B717-448C-85E1-CF81ED670DFB}"/>
              </a:ext>
            </a:extLst>
          </p:cNvPr>
          <p:cNvCxnSpPr/>
          <p:nvPr/>
        </p:nvCxnSpPr>
        <p:spPr>
          <a:xfrm xmlns:a="http://schemas.openxmlformats.org/drawingml/2006/main">
            <a:off x="7115175" y="4105275"/>
            <a:ext cx="409575" cy="0"/>
          </a:xfrm>
          <a:prstGeom xmlns:a="http://schemas.openxmlformats.org/drawingml/2006/main" prst="straightConnector1">
            <a:avLst/>
          </a:prstGeom>
          <a:ln xmlns:a="http://schemas.openxmlformats.org/drawingml/2006/main" w="12383">
            <a:solidFill>
              <a:srgbClr val="D7DFDA"/>
            </a:solidFill>
            <a:prstDash val="solid"/>
          </a:ln>
        </p:spPr>
      </p:cxnSp>
      <p:sp>
        <p:nvSpPr>
          <p:cNvPr id="15" name="layer-anchor-Regras">
            <a:extLst xmlns:a="http://schemas.openxmlformats.org/drawingml/2006/main">
              <a:ext uri="{FF2B5EF4-FFF2-40B4-BE49-F238E27FC236}">
                <a16:creationId xmlns:a16="http://schemas.microsoft.com/office/drawing/2014/main" id="{012A7AA5-1138-4F73-8BDA-2CC852CC4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0" y="4078605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6654"/>
          </a:solidFill>
          <a:ln xmlns:a="http://schemas.openxmlformats.org/drawingml/2006/main" w="0">
            <a:noFill/>
          </a:ln>
        </p:spPr>
      </p:sp>
      <p:sp>
        <p:nvSpPr>
          <p:cNvPr id="16" name="layer-label-Fontes">
            <a:extLst xmlns:a="http://schemas.openxmlformats.org/drawingml/2006/main">
              <a:ext uri="{FF2B5EF4-FFF2-40B4-BE49-F238E27FC236}">
                <a16:creationId xmlns:a16="http://schemas.microsoft.com/office/drawing/2014/main" id="{0AF075C4-2C14-43BF-BBBE-549D4C566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48325" y="4943475"/>
            <a:ext cx="136207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8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defPPr>
            <a:lvl1pPr algn="r">
              <a:defRPr sz="18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1pPr>
            <a:lvl2pPr algn="r">
              <a:defRPr sz="18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2pPr>
            <a:lvl3pPr algn="r">
              <a:defRPr sz="18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3pPr>
            <a:lvl4pPr algn="r">
              <a:defRPr sz="18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4pPr>
            <a:lvl5pPr algn="r">
              <a:defRPr sz="18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5pPr>
            <a:lvl6pPr algn="r">
              <a:defRPr sz="18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6pPr>
            <a:lvl7pPr algn="r">
              <a:defRPr sz="18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7pPr>
            <a:lvl8pPr algn="r">
              <a:defRPr sz="18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8pPr>
            <a:lvl9pPr algn="r">
              <a:defRPr sz="18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18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Fontes</a:t>
            </a:r>
          </a:p>
        </p:txBody>
      </p:sp>
      <p:cxnSp>
        <p:nvCxnSpPr>
          <p:cNvPr id="17" name="layer-link-Fontes">
            <a:extLst xmlns:a="http://schemas.openxmlformats.org/drawingml/2006/main">
              <a:ext uri="{FF2B5EF4-FFF2-40B4-BE49-F238E27FC236}">
                <a16:creationId xmlns:a16="http://schemas.microsoft.com/office/drawing/2014/main" id="{FF228E10-156A-48D5-BA9B-F096DE0D38FC}"/>
              </a:ext>
            </a:extLst>
          </p:cNvPr>
          <p:cNvCxnSpPr/>
          <p:nvPr/>
        </p:nvCxnSpPr>
        <p:spPr>
          <a:xfrm xmlns:a="http://schemas.openxmlformats.org/drawingml/2006/main">
            <a:off x="7115175" y="5153025"/>
            <a:ext cx="409575" cy="0"/>
          </a:xfrm>
          <a:prstGeom xmlns:a="http://schemas.openxmlformats.org/drawingml/2006/main" prst="straightConnector1">
            <a:avLst/>
          </a:prstGeom>
          <a:ln xmlns:a="http://schemas.openxmlformats.org/drawingml/2006/main" w="12383">
            <a:solidFill>
              <a:srgbClr val="D7DFDA"/>
            </a:solidFill>
            <a:prstDash val="solid"/>
          </a:ln>
        </p:spPr>
      </p:cxnSp>
      <p:sp>
        <p:nvSpPr>
          <p:cNvPr id="18" name="layer-anchor-Fontes">
            <a:extLst xmlns:a="http://schemas.openxmlformats.org/drawingml/2006/main">
              <a:ext uri="{FF2B5EF4-FFF2-40B4-BE49-F238E27FC236}">
                <a16:creationId xmlns:a16="http://schemas.microsoft.com/office/drawing/2014/main" id="{DD3F6182-B491-4AB1-B765-A002308D7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0" y="5126355"/>
            <a:ext cx="53340" cy="533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665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49272969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6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0D7630C-121B-47D8-86FC-6A62284EDA3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6001841e77b48f9">
            <a:extLst>
              <a:ext uri="{96DAC541-7B7A-43D3-8B79-37D633B846F1}">
                <asvg:svgBlip xmlns:asvg="http://schemas.microsoft.com/office/drawing/2016/SVG/main" r:embed="Re5acc46517ee4ef6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38200" y="485775"/>
            <a:ext cx="1000125" cy="209550"/>
          </a:xfrm>
          <a:prstGeom xmlns:a="http://schemas.openxmlformats.org/drawingml/2006/main" prst="rect">
            <a:avLst/>
          </a:prstGeom>
        </p:spPr>
      </p:pic>
      <p:sp>
        <p:nvSpPr>
          <p:cNvPr id="3" name="architecture-section">
            <a:extLst xmlns:a="http://schemas.openxmlformats.org/drawingml/2006/main">
              <a:ext uri="{FF2B5EF4-FFF2-40B4-BE49-F238E27FC236}">
                <a16:creationId xmlns:a16="http://schemas.microsoft.com/office/drawing/2014/main" id="{F47157B3-DCA5-4B24-BC0F-803F66E18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504825"/>
            <a:ext cx="31146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defPPr>
            <a:lvl1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1pPr>
            <a:lvl2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2pPr>
            <a:lvl3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3pPr>
            <a:lvl4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4pPr>
            <a:lvl5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5pPr>
            <a:lvl6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6pPr>
            <a:lvl7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7pPr>
            <a:lvl8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8pPr>
            <a:lvl9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pPr>
            <a:r>
              <a: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rPr>
              <a:t>ARQUITETURA AGÊNTICA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9466B11D-A082-4BF0-9832-18DF541DE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53175"/>
            <a:ext cx="304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defPPr>
            <a:lvl1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1pPr>
            <a:lvl2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2pPr>
            <a:lvl3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3pPr>
            <a:lvl4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4pPr>
            <a:lvl5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5pPr>
            <a:lvl6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6pPr>
            <a:lvl7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7pPr>
            <a:lvl8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8pPr>
            <a:lvl9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pPr>
            <a:r>
              <a: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rPr>
              <a:t>22</a:t>
            </a:r>
          </a:p>
        </p:txBody>
      </p:sp>
      <p:sp>
        <p:nvSpPr>
          <p:cNvPr id="5" name="headline-line-1">
            <a:extLst xmlns:a="http://schemas.openxmlformats.org/drawingml/2006/main">
              <a:ext uri="{FF2B5EF4-FFF2-40B4-BE49-F238E27FC236}">
                <a16:creationId xmlns:a16="http://schemas.microsoft.com/office/drawing/2014/main" id="{F86FA679-5F76-45B8-866B-B0EAD7934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266825"/>
            <a:ext cx="70485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defPPr>
            <a:lvl1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1pPr>
            <a:lvl2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2pPr>
            <a:lvl3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3pPr>
            <a:lvl4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4pPr>
            <a:lvl5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5pPr>
            <a:lvl6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6pPr>
            <a:lvl7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7pPr>
            <a:lvl8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8pPr>
            <a:lvl9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pPr>
            <a:r>
              <a:rPr sz="3750" b="0">
                <a:solidFill>
                  <a:srgbClr val="132B2A"/>
                </a:solidFill>
                <a:latin typeface="Arial"/>
                <a:ea typeface="Arial"/>
                <a:cs typeface="Arial"/>
              </a:rPr>
              <a:t>O resultado ganha</a:t>
            </a:r>
          </a:p>
        </p:txBody>
      </p:sp>
      <p:sp>
        <p:nvSpPr>
          <p:cNvPr id="6" name="headline-line-2">
            <a:extLst xmlns:a="http://schemas.openxmlformats.org/drawingml/2006/main">
              <a:ext uri="{FF2B5EF4-FFF2-40B4-BE49-F238E27FC236}">
                <a16:creationId xmlns:a16="http://schemas.microsoft.com/office/drawing/2014/main" id="{D8AA79DD-F9DC-42D4-8C6D-249F70B1F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95475"/>
            <a:ext cx="70485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defPPr>
            <a:lvl1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1pPr>
            <a:lvl2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2pPr>
            <a:lvl3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3pPr>
            <a:lvl4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4pPr>
            <a:lvl5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5pPr>
            <a:lvl6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6pPr>
            <a:lvl7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7pPr>
            <a:lvl8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8pPr>
            <a:lvl9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pPr>
            <a:r>
              <a:rPr sz="3750" b="0">
                <a:solidFill>
                  <a:srgbClr val="1E6654"/>
                </a:solidFill>
                <a:latin typeface="Arial"/>
                <a:ea typeface="Arial"/>
                <a:cs typeface="Arial"/>
              </a:rPr>
              <a:t>um caso com origem.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BA1549C-2C10-4909-B9BD-A1E438091F9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c10e0a65e794cce"/>
          <a:srcRect xmlns:a="http://schemas.openxmlformats.org/drawingml/2006/main" l="3500" t="35500" r="3500" b="19500"/>
          <a:stretch xmlns:a="http://schemas.openxmlformats.org/drawingml/2006/main"/>
        </p:blipFill>
        <p:spPr>
          <a:xfrm xmlns:a="http://schemas.openxmlformats.org/drawingml/2006/main">
            <a:off x="704850" y="3514725"/>
            <a:ext cx="10782300" cy="1952625"/>
          </a:xfrm>
          <a:prstGeom xmlns:a="http://schemas.openxmlformats.org/drawingml/2006/main" prst="rect">
            <a:avLst/>
          </a:prstGeom>
        </p:spPr>
      </p:pic>
      <p:sp>
        <p:nvSpPr>
          <p:cNvPr id="8" name="active-0">
            <a:extLst xmlns:a="http://schemas.openxmlformats.org/drawingml/2006/main">
              <a:ext uri="{FF2B5EF4-FFF2-40B4-BE49-F238E27FC236}">
                <a16:creationId xmlns:a16="http://schemas.microsoft.com/office/drawing/2014/main" id="{D5221831-C717-492C-BC7C-387A33D50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3244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6654"/>
          </a:solidFill>
          <a:ln xmlns:a="http://schemas.openxmlformats.org/drawingml/2006/main" w="0">
            <a:noFill/>
          </a:ln>
        </p:spPr>
      </p:sp>
      <p:cxnSp>
        <p:nvCxnSpPr>
          <p:cNvPr id="9" name="active-link-0">
            <a:extLst xmlns:a="http://schemas.openxmlformats.org/drawingml/2006/main">
              <a:ext uri="{FF2B5EF4-FFF2-40B4-BE49-F238E27FC236}">
                <a16:creationId xmlns:a16="http://schemas.microsoft.com/office/drawing/2014/main" id="{8B3E1B42-3366-4812-86E2-37DE711AA773}"/>
              </a:ext>
            </a:extLst>
          </p:cNvPr>
          <p:cNvCxnSpPr/>
          <p:nvPr/>
        </p:nvCxnSpPr>
        <p:spPr>
          <a:xfrm xmlns:a="http://schemas.openxmlformats.org/drawingml/2006/main">
            <a:off x="1752600" y="5076825"/>
            <a:ext cx="0" cy="180975"/>
          </a:xfrm>
          <a:prstGeom xmlns:a="http://schemas.openxmlformats.org/drawingml/2006/main" prst="straightConnector1">
            <a:avLst/>
          </a:prstGeom>
          <a:ln xmlns:a="http://schemas.openxmlformats.org/drawingml/2006/main" w="12383">
            <a:solidFill>
              <a:srgbClr val="1E6654"/>
            </a:solidFill>
            <a:prstDash val="solid"/>
          </a:ln>
        </p:spPr>
      </p:cxnSp>
      <p:sp>
        <p:nvSpPr>
          <p:cNvPr id="10" name="station-0">
            <a:extLst xmlns:a="http://schemas.openxmlformats.org/drawingml/2006/main">
              <a:ext uri="{FF2B5EF4-FFF2-40B4-BE49-F238E27FC236}">
                <a16:creationId xmlns:a16="http://schemas.microsoft.com/office/drawing/2014/main" id="{88884836-1F71-4EF4-A338-8A30B92E0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5581650"/>
            <a:ext cx="2552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875" b="1">
                <a:solidFill>
                  <a:srgbClr val="1E6654"/>
                </a:solidFill>
                <a:latin typeface="Arial"/>
                <a:ea typeface="Arial"/>
                <a:cs typeface="Arial"/>
              </a:defRPr>
            </a:defPPr>
            <a:lvl1pPr algn="ctr">
              <a:defRPr sz="1875" b="1">
                <a:solidFill>
                  <a:srgbClr val="1E6654"/>
                </a:solidFill>
                <a:latin typeface="Arial"/>
                <a:ea typeface="Arial"/>
                <a:cs typeface="Arial"/>
              </a:defRPr>
            </a:lvl1pPr>
            <a:lvl2pPr algn="ctr">
              <a:defRPr sz="1875" b="1">
                <a:solidFill>
                  <a:srgbClr val="1E6654"/>
                </a:solidFill>
                <a:latin typeface="Arial"/>
                <a:ea typeface="Arial"/>
                <a:cs typeface="Arial"/>
              </a:defRPr>
            </a:lvl2pPr>
            <a:lvl3pPr algn="ctr">
              <a:defRPr sz="1875" b="1">
                <a:solidFill>
                  <a:srgbClr val="1E6654"/>
                </a:solidFill>
                <a:latin typeface="Arial"/>
                <a:ea typeface="Arial"/>
                <a:cs typeface="Arial"/>
              </a:defRPr>
            </a:lvl3pPr>
            <a:lvl4pPr algn="ctr">
              <a:defRPr sz="1875" b="1">
                <a:solidFill>
                  <a:srgbClr val="1E6654"/>
                </a:solidFill>
                <a:latin typeface="Arial"/>
                <a:ea typeface="Arial"/>
                <a:cs typeface="Arial"/>
              </a:defRPr>
            </a:lvl4pPr>
            <a:lvl5pPr algn="ctr">
              <a:defRPr sz="1875" b="1">
                <a:solidFill>
                  <a:srgbClr val="1E6654"/>
                </a:solidFill>
                <a:latin typeface="Arial"/>
                <a:ea typeface="Arial"/>
                <a:cs typeface="Arial"/>
              </a:defRPr>
            </a:lvl5pPr>
            <a:lvl6pPr algn="ctr">
              <a:defRPr sz="1875" b="1">
                <a:solidFill>
                  <a:srgbClr val="1E6654"/>
                </a:solidFill>
                <a:latin typeface="Arial"/>
                <a:ea typeface="Arial"/>
                <a:cs typeface="Arial"/>
              </a:defRPr>
            </a:lvl6pPr>
            <a:lvl7pPr algn="ctr">
              <a:defRPr sz="1875" b="1">
                <a:solidFill>
                  <a:srgbClr val="1E6654"/>
                </a:solidFill>
                <a:latin typeface="Arial"/>
                <a:ea typeface="Arial"/>
                <a:cs typeface="Arial"/>
              </a:defRPr>
            </a:lvl7pPr>
            <a:lvl8pPr algn="ctr">
              <a:defRPr sz="1875" b="1">
                <a:solidFill>
                  <a:srgbClr val="1E6654"/>
                </a:solidFill>
                <a:latin typeface="Arial"/>
                <a:ea typeface="Arial"/>
                <a:cs typeface="Arial"/>
              </a:defRPr>
            </a:lvl8pPr>
            <a:lvl9pPr algn="ctr">
              <a:defRPr sz="1875" b="1">
                <a:solidFill>
                  <a:srgbClr val="1E665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875" b="1">
                <a:solidFill>
                  <a:srgbClr val="1E6654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E6654"/>
                </a:solidFill>
                <a:latin typeface="Arial"/>
                <a:ea typeface="Arial"/>
                <a:cs typeface="Arial"/>
              </a:rPr>
              <a:t>Apuração</a:t>
            </a:r>
          </a:p>
        </p:txBody>
      </p:sp>
      <p:sp>
        <p:nvSpPr>
          <p:cNvPr id="11" name="station-detail-0">
            <a:extLst xmlns:a="http://schemas.openxmlformats.org/drawingml/2006/main">
              <a:ext uri="{FF2B5EF4-FFF2-40B4-BE49-F238E27FC236}">
                <a16:creationId xmlns:a16="http://schemas.microsoft.com/office/drawing/2014/main" id="{6CC422E3-9A13-47B4-A8A0-417028A91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981700"/>
            <a:ext cx="2667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defPPr>
            <a:lvl1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1pPr>
            <a:lvl2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2pPr>
            <a:lvl3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3pPr>
            <a:lvl4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4pPr>
            <a:lvl5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5pPr>
            <a:lvl6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6pPr>
            <a:lvl7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7pPr>
            <a:lvl8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8pPr>
            <a:lvl9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Valor e rastro</a:t>
            </a:r>
          </a:p>
        </p:txBody>
      </p:sp>
      <p:sp>
        <p:nvSpPr>
          <p:cNvPr id="12" name="station-1">
            <a:extLst xmlns:a="http://schemas.openxmlformats.org/drawingml/2006/main">
              <a:ext uri="{FF2B5EF4-FFF2-40B4-BE49-F238E27FC236}">
                <a16:creationId xmlns:a16="http://schemas.microsoft.com/office/drawing/2014/main" id="{C12224DD-36BC-4CE5-B409-85C3CE23C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2325" y="5581650"/>
            <a:ext cx="2552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defPPr>
            <a:lvl1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1pPr>
            <a:lvl2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2pPr>
            <a:lvl3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3pPr>
            <a:lvl4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4pPr>
            <a:lvl5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5pPr>
            <a:lvl6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6pPr>
            <a:lvl7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7pPr>
            <a:lvl8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8pPr>
            <a:lvl9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8C9992"/>
                </a:solidFill>
                <a:latin typeface="Arial"/>
                <a:ea typeface="Arial"/>
                <a:cs typeface="Arial"/>
              </a:rPr>
              <a:t>Investigador</a:t>
            </a:r>
          </a:p>
        </p:txBody>
      </p:sp>
      <p:sp>
        <p:nvSpPr>
          <p:cNvPr id="13" name="station-detail-1">
            <a:extLst xmlns:a="http://schemas.openxmlformats.org/drawingml/2006/main">
              <a:ext uri="{FF2B5EF4-FFF2-40B4-BE49-F238E27FC236}">
                <a16:creationId xmlns:a16="http://schemas.microsoft.com/office/drawing/2014/main" id="{34C481FE-DC2A-446E-9148-9C9160536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5175" y="5981700"/>
            <a:ext cx="2667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defPPr>
            <a:lvl1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1pPr>
            <a:lvl2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2pPr>
            <a:lvl3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3pPr>
            <a:lvl4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4pPr>
            <a:lvl5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5pPr>
            <a:lvl6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6pPr>
            <a:lvl7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7pPr>
            <a:lvl8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8pPr>
            <a:lvl9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8C9992"/>
                </a:solidFill>
                <a:latin typeface="Arial"/>
                <a:ea typeface="Arial"/>
                <a:cs typeface="Arial"/>
              </a:rPr>
              <a:t>Consulta às fontes</a:t>
            </a:r>
          </a:p>
        </p:txBody>
      </p:sp>
      <p:sp>
        <p:nvSpPr>
          <p:cNvPr id="14" name="station-2">
            <a:extLst xmlns:a="http://schemas.openxmlformats.org/drawingml/2006/main">
              <a:ext uri="{FF2B5EF4-FFF2-40B4-BE49-F238E27FC236}">
                <a16:creationId xmlns:a16="http://schemas.microsoft.com/office/drawing/2014/main" id="{A8E3103D-4230-4309-962A-98992F352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581650"/>
            <a:ext cx="2552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defPPr>
            <a:lvl1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1pPr>
            <a:lvl2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2pPr>
            <a:lvl3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3pPr>
            <a:lvl4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4pPr>
            <a:lvl5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5pPr>
            <a:lvl6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6pPr>
            <a:lvl7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7pPr>
            <a:lvl8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8pPr>
            <a:lvl9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8C9992"/>
                </a:solidFill>
                <a:latin typeface="Arial"/>
                <a:ea typeface="Arial"/>
                <a:cs typeface="Arial"/>
              </a:rPr>
              <a:t>Crítico</a:t>
            </a:r>
          </a:p>
        </p:txBody>
      </p:sp>
      <p:sp>
        <p:nvSpPr>
          <p:cNvPr id="15" name="station-detail-2">
            <a:extLst xmlns:a="http://schemas.openxmlformats.org/drawingml/2006/main">
              <a:ext uri="{FF2B5EF4-FFF2-40B4-BE49-F238E27FC236}">
                <a16:creationId xmlns:a16="http://schemas.microsoft.com/office/drawing/2014/main" id="{71D6125A-3E31-48D2-AF37-D16DB3C8B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981700"/>
            <a:ext cx="2667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defPPr>
            <a:lvl1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1pPr>
            <a:lvl2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2pPr>
            <a:lvl3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3pPr>
            <a:lvl4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4pPr>
            <a:lvl5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5pPr>
            <a:lvl6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6pPr>
            <a:lvl7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7pPr>
            <a:lvl8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8pPr>
            <a:lvl9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8C9992"/>
                </a:solidFill>
                <a:latin typeface="Arial"/>
                <a:ea typeface="Arial"/>
                <a:cs typeface="Arial"/>
              </a:rPr>
              <a:t>Confronto das evidências</a:t>
            </a:r>
          </a:p>
        </p:txBody>
      </p:sp>
      <p:sp>
        <p:nvSpPr>
          <p:cNvPr id="16" name="station-3">
            <a:extLst xmlns:a="http://schemas.openxmlformats.org/drawingml/2006/main">
              <a:ext uri="{FF2B5EF4-FFF2-40B4-BE49-F238E27FC236}">
                <a16:creationId xmlns:a16="http://schemas.microsoft.com/office/drawing/2014/main" id="{65B88BB6-1660-47A3-98BA-69E338183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4475" y="5581650"/>
            <a:ext cx="2552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defPPr>
            <a:lvl1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1pPr>
            <a:lvl2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2pPr>
            <a:lvl3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3pPr>
            <a:lvl4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4pPr>
            <a:lvl5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5pPr>
            <a:lvl6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6pPr>
            <a:lvl7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7pPr>
            <a:lvl8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8pPr>
            <a:lvl9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8C9992"/>
                </a:solidFill>
                <a:latin typeface="Arial"/>
                <a:ea typeface="Arial"/>
                <a:cs typeface="Arial"/>
              </a:rPr>
              <a:t>Revisão humana</a:t>
            </a:r>
          </a:p>
        </p:txBody>
      </p:sp>
      <p:sp>
        <p:nvSpPr>
          <p:cNvPr id="17" name="station-detail-3">
            <a:extLst xmlns:a="http://schemas.openxmlformats.org/drawingml/2006/main">
              <a:ext uri="{FF2B5EF4-FFF2-40B4-BE49-F238E27FC236}">
                <a16:creationId xmlns:a16="http://schemas.microsoft.com/office/drawing/2014/main" id="{82CE517F-C41F-4E5F-AD7C-75333BE23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7325" y="5981700"/>
            <a:ext cx="2667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defPPr>
            <a:lvl1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1pPr>
            <a:lvl2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2pPr>
            <a:lvl3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3pPr>
            <a:lvl4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4pPr>
            <a:lvl5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5pPr>
            <a:lvl6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6pPr>
            <a:lvl7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7pPr>
            <a:lvl8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8pPr>
            <a:lvl9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8C9992"/>
                </a:solidFill>
                <a:latin typeface="Arial"/>
                <a:ea typeface="Arial"/>
                <a:cs typeface="Arial"/>
              </a:rPr>
              <a:t>Helena, no caso Rota</a:t>
            </a:r>
          </a:p>
        </p:txBody>
      </p:sp>
      <p:sp>
        <p:nvSpPr>
          <p:cNvPr id="18" name="case-value">
            <a:extLst xmlns:a="http://schemas.openxmlformats.org/drawingml/2006/main">
              <a:ext uri="{FF2B5EF4-FFF2-40B4-BE49-F238E27FC236}">
                <a16:creationId xmlns:a16="http://schemas.microsoft.com/office/drawing/2014/main" id="{E1AA2994-9353-49AF-A1EE-C7E259624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323975"/>
            <a:ext cx="32385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2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defPPr>
            <a:lvl1pPr algn="l">
              <a:defRPr sz="32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1pPr>
            <a:lvl2pPr algn="l">
              <a:defRPr sz="32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2pPr>
            <a:lvl3pPr algn="l">
              <a:defRPr sz="32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3pPr>
            <a:lvl4pPr algn="l">
              <a:defRPr sz="32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4pPr>
            <a:lvl5pPr algn="l">
              <a:defRPr sz="32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5pPr>
            <a:lvl6pPr algn="l">
              <a:defRPr sz="32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6pPr>
            <a:lvl7pPr algn="l">
              <a:defRPr sz="32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7pPr>
            <a:lvl8pPr algn="l">
              <a:defRPr sz="32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8pPr>
            <a:lvl9pPr algn="l">
              <a:defRPr sz="32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2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pPr>
            <a:r>
              <a:rPr sz="3225" b="0">
                <a:solidFill>
                  <a:srgbClr val="1E6654"/>
                </a:solidFill>
                <a:latin typeface="Arial"/>
                <a:ea typeface="Arial"/>
                <a:cs typeface="Arial"/>
              </a:rPr>
              <a:t>R$ 1.546,28</a:t>
            </a:r>
          </a:p>
        </p:txBody>
      </p:sp>
      <p:sp>
        <p:nvSpPr>
          <p:cNvPr id="19" name="case-qualifier">
            <a:extLst xmlns:a="http://schemas.openxmlformats.org/drawingml/2006/main">
              <a:ext uri="{FF2B5EF4-FFF2-40B4-BE49-F238E27FC236}">
                <a16:creationId xmlns:a16="http://schemas.microsoft.com/office/drawing/2014/main" id="{6B284608-0952-4256-BEFD-11DEEDB48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038350"/>
            <a:ext cx="3238500" cy="771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defPPr>
            <a:lvl1pPr algn="l">
              <a:defRPr sz="17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1pPr>
            <a:lvl2pPr algn="l">
              <a:defRPr sz="17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2pPr>
            <a:lvl3pPr algn="l">
              <a:defRPr sz="17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3pPr>
            <a:lvl4pPr algn="l">
              <a:defRPr sz="17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4pPr>
            <a:lvl5pPr algn="l">
              <a:defRPr sz="17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5pPr>
            <a:lvl6pPr algn="l">
              <a:defRPr sz="17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6pPr>
            <a:lvl7pPr algn="l">
              <a:defRPr sz="17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7pPr>
            <a:lvl8pPr algn="l">
              <a:defRPr sz="17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8pPr>
            <a:lvl9pPr algn="l">
              <a:defRPr sz="17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Rota Global</a:t>
            </a:r>
          </a:p>
          <a:p xmlns:a="http://schemas.openxmlformats.org/drawingml/2006/main">
            <a:pPr algn="l">
              <a:defRPr sz="17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Diferença líquida para revisão</a:t>
            </a:r>
          </a:p>
        </p:txBody>
      </p:sp>
      <p:sp>
        <p:nvSpPr>
          <p:cNvPr id="20" name="case-input">
            <a:extLst xmlns:a="http://schemas.openxmlformats.org/drawingml/2006/main">
              <a:ext uri="{FF2B5EF4-FFF2-40B4-BE49-F238E27FC236}">
                <a16:creationId xmlns:a16="http://schemas.microsoft.com/office/drawing/2014/main" id="{36A73106-A2FB-4DFF-8CCD-EDD682E89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933700"/>
            <a:ext cx="6762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defPPr>
            <a:lvl1pPr algn="l">
              <a:defRPr sz="19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1pPr>
            <a:lvl2pPr algn="l">
              <a:defRPr sz="19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2pPr>
            <a:lvl3pPr algn="l">
              <a:defRPr sz="19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3pPr>
            <a:lvl4pPr algn="l">
              <a:defRPr sz="19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4pPr>
            <a:lvl5pPr algn="l">
              <a:defRPr sz="19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5pPr>
            <a:lvl6pPr algn="l">
              <a:defRPr sz="19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6pPr>
            <a:lvl7pPr algn="l">
              <a:defRPr sz="19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7pPr>
            <a:lvl8pPr algn="l">
              <a:defRPr sz="19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8pPr>
            <a:lvl9pPr algn="l">
              <a:defRPr sz="19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Valor, composição e referências</a:t>
            </a:r>
          </a:p>
        </p:txBody>
      </p:sp>
    </p:spTree>
    <p:extLst>
      <p:ext uri="{BB962C8B-B14F-4D97-AF65-F5344CB8AC3E}">
        <p14:creationId xmlns:p14="http://schemas.microsoft.com/office/powerpoint/2010/main" val="1188174819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6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EF724C1-CA23-4DD0-8D7F-AD30507CF76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9b7df004ed8419f">
            <a:extLst>
              <a:ext uri="{96DAC541-7B7A-43D3-8B79-37D633B846F1}">
                <asvg:svgBlip xmlns:asvg="http://schemas.microsoft.com/office/drawing/2016/SVG/main" r:embed="R5a952ac7931b4fd0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38200" y="485775"/>
            <a:ext cx="1000125" cy="209550"/>
          </a:xfrm>
          <a:prstGeom xmlns:a="http://schemas.openxmlformats.org/drawingml/2006/main" prst="rect">
            <a:avLst/>
          </a:prstGeom>
        </p:spPr>
      </p:pic>
      <p:sp>
        <p:nvSpPr>
          <p:cNvPr id="3" name="architecture-section">
            <a:extLst xmlns:a="http://schemas.openxmlformats.org/drawingml/2006/main">
              <a:ext uri="{FF2B5EF4-FFF2-40B4-BE49-F238E27FC236}">
                <a16:creationId xmlns:a16="http://schemas.microsoft.com/office/drawing/2014/main" id="{C99A3889-ED06-49A6-82EE-53E3E24FA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504825"/>
            <a:ext cx="31146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defPPr>
            <a:lvl1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1pPr>
            <a:lvl2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2pPr>
            <a:lvl3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3pPr>
            <a:lvl4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4pPr>
            <a:lvl5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5pPr>
            <a:lvl6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6pPr>
            <a:lvl7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7pPr>
            <a:lvl8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8pPr>
            <a:lvl9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pPr>
            <a:r>
              <a: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rPr>
              <a:t>ARQUITETURA AGÊNTICA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11F39149-1DB9-4CDD-B611-29332F424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53175"/>
            <a:ext cx="304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defPPr>
            <a:lvl1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1pPr>
            <a:lvl2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2pPr>
            <a:lvl3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3pPr>
            <a:lvl4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4pPr>
            <a:lvl5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5pPr>
            <a:lvl6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6pPr>
            <a:lvl7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7pPr>
            <a:lvl8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8pPr>
            <a:lvl9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pPr>
            <a:r>
              <a: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rPr>
              <a:t>23</a:t>
            </a:r>
          </a:p>
        </p:txBody>
      </p:sp>
      <p:sp>
        <p:nvSpPr>
          <p:cNvPr id="5" name="headline-line-1">
            <a:extLst xmlns:a="http://schemas.openxmlformats.org/drawingml/2006/main">
              <a:ext uri="{FF2B5EF4-FFF2-40B4-BE49-F238E27FC236}">
                <a16:creationId xmlns:a16="http://schemas.microsoft.com/office/drawing/2014/main" id="{C965FE63-8D0F-4248-87B5-5450CC77F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266825"/>
            <a:ext cx="70485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defPPr>
            <a:lvl1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1pPr>
            <a:lvl2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2pPr>
            <a:lvl3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3pPr>
            <a:lvl4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4pPr>
            <a:lvl5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5pPr>
            <a:lvl6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6pPr>
            <a:lvl7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7pPr>
            <a:lvl8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8pPr>
            <a:lvl9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pPr>
            <a:r>
              <a:rPr sz="3750" b="0">
                <a:solidFill>
                  <a:srgbClr val="132B2A"/>
                </a:solidFill>
                <a:latin typeface="Arial"/>
                <a:ea typeface="Arial"/>
                <a:cs typeface="Arial"/>
              </a:rPr>
              <a:t>O investigador busca</a:t>
            </a:r>
          </a:p>
        </p:txBody>
      </p:sp>
      <p:sp>
        <p:nvSpPr>
          <p:cNvPr id="6" name="headline-line-2">
            <a:extLst xmlns:a="http://schemas.openxmlformats.org/drawingml/2006/main">
              <a:ext uri="{FF2B5EF4-FFF2-40B4-BE49-F238E27FC236}">
                <a16:creationId xmlns:a16="http://schemas.microsoft.com/office/drawing/2014/main" id="{E89CBDDE-A12E-4AC2-85FB-E9CC284E3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95475"/>
            <a:ext cx="70485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defPPr>
            <a:lvl1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1pPr>
            <a:lvl2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2pPr>
            <a:lvl3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3pPr>
            <a:lvl4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4pPr>
            <a:lvl5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5pPr>
            <a:lvl6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6pPr>
            <a:lvl7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7pPr>
            <a:lvl8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8pPr>
            <a:lvl9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pPr>
            <a:r>
              <a:rPr sz="3750" b="0">
                <a:solidFill>
                  <a:srgbClr val="1E6654"/>
                </a:solidFill>
                <a:latin typeface="Arial"/>
                <a:ea typeface="Arial"/>
                <a:cs typeface="Arial"/>
              </a:rPr>
              <a:t>contexto nas fontes.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877E254-4B26-42F5-814A-6ED40E1606A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6e8bfd1a5e4992"/>
          <a:srcRect xmlns:a="http://schemas.openxmlformats.org/drawingml/2006/main" l="3500" t="35500" r="3500" b="19500"/>
          <a:stretch xmlns:a="http://schemas.openxmlformats.org/drawingml/2006/main"/>
        </p:blipFill>
        <p:spPr>
          <a:xfrm xmlns:a="http://schemas.openxmlformats.org/drawingml/2006/main">
            <a:off x="704850" y="3514725"/>
            <a:ext cx="10782300" cy="1952625"/>
          </a:xfrm>
          <a:prstGeom xmlns:a="http://schemas.openxmlformats.org/drawingml/2006/main" prst="rect">
            <a:avLst/>
          </a:prstGeom>
        </p:spPr>
      </p:pic>
      <p:sp>
        <p:nvSpPr>
          <p:cNvPr id="8" name="station-0">
            <a:extLst xmlns:a="http://schemas.openxmlformats.org/drawingml/2006/main">
              <a:ext uri="{FF2B5EF4-FFF2-40B4-BE49-F238E27FC236}">
                <a16:creationId xmlns:a16="http://schemas.microsoft.com/office/drawing/2014/main" id="{07F6ACF2-D9B9-4BD4-A84E-A275968D2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5581650"/>
            <a:ext cx="2552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defPPr>
            <a:lvl1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1pPr>
            <a:lvl2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2pPr>
            <a:lvl3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3pPr>
            <a:lvl4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4pPr>
            <a:lvl5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5pPr>
            <a:lvl6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6pPr>
            <a:lvl7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7pPr>
            <a:lvl8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8pPr>
            <a:lvl9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8C9992"/>
                </a:solidFill>
                <a:latin typeface="Arial"/>
                <a:ea typeface="Arial"/>
                <a:cs typeface="Arial"/>
              </a:rPr>
              <a:t>Apuração</a:t>
            </a:r>
          </a:p>
        </p:txBody>
      </p:sp>
      <p:sp>
        <p:nvSpPr>
          <p:cNvPr id="9" name="station-detail-0">
            <a:extLst xmlns:a="http://schemas.openxmlformats.org/drawingml/2006/main">
              <a:ext uri="{FF2B5EF4-FFF2-40B4-BE49-F238E27FC236}">
                <a16:creationId xmlns:a16="http://schemas.microsoft.com/office/drawing/2014/main" id="{E1BDD047-EDD5-4887-B8FD-E96E38533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981700"/>
            <a:ext cx="2667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defPPr>
            <a:lvl1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1pPr>
            <a:lvl2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2pPr>
            <a:lvl3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3pPr>
            <a:lvl4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4pPr>
            <a:lvl5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5pPr>
            <a:lvl6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6pPr>
            <a:lvl7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7pPr>
            <a:lvl8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8pPr>
            <a:lvl9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8C9992"/>
                </a:solidFill>
                <a:latin typeface="Arial"/>
                <a:ea typeface="Arial"/>
                <a:cs typeface="Arial"/>
              </a:rPr>
              <a:t>Valor e rastro</a:t>
            </a:r>
          </a:p>
        </p:txBody>
      </p:sp>
      <p:sp>
        <p:nvSpPr>
          <p:cNvPr id="10" name="active-1">
            <a:extLst xmlns:a="http://schemas.openxmlformats.org/drawingml/2006/main">
              <a:ext uri="{FF2B5EF4-FFF2-40B4-BE49-F238E27FC236}">
                <a16:creationId xmlns:a16="http://schemas.microsoft.com/office/drawing/2014/main" id="{BB2D0718-EFDC-403E-B749-E20AB4028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53244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6654"/>
          </a:solidFill>
          <a:ln xmlns:a="http://schemas.openxmlformats.org/drawingml/2006/main" w="0">
            <a:noFill/>
          </a:ln>
        </p:spPr>
      </p:sp>
      <p:cxnSp>
        <p:nvCxnSpPr>
          <p:cNvPr id="11" name="active-link-1">
            <a:extLst xmlns:a="http://schemas.openxmlformats.org/drawingml/2006/main">
              <a:ext uri="{FF2B5EF4-FFF2-40B4-BE49-F238E27FC236}">
                <a16:creationId xmlns:a16="http://schemas.microsoft.com/office/drawing/2014/main" id="{3B0D4B63-CC65-4848-A345-0BFFA089F696}"/>
              </a:ext>
            </a:extLst>
          </p:cNvPr>
          <p:cNvCxnSpPr/>
          <p:nvPr/>
        </p:nvCxnSpPr>
        <p:spPr>
          <a:xfrm xmlns:a="http://schemas.openxmlformats.org/drawingml/2006/main">
            <a:off x="4638675" y="5076825"/>
            <a:ext cx="0" cy="180975"/>
          </a:xfrm>
          <a:prstGeom xmlns:a="http://schemas.openxmlformats.org/drawingml/2006/main" prst="straightConnector1">
            <a:avLst/>
          </a:prstGeom>
          <a:ln xmlns:a="http://schemas.openxmlformats.org/drawingml/2006/main" w="12383">
            <a:solidFill>
              <a:srgbClr val="1E6654"/>
            </a:solidFill>
            <a:prstDash val="solid"/>
          </a:ln>
        </p:spPr>
      </p:cxnSp>
      <p:sp>
        <p:nvSpPr>
          <p:cNvPr id="12" name="station-1">
            <a:extLst xmlns:a="http://schemas.openxmlformats.org/drawingml/2006/main">
              <a:ext uri="{FF2B5EF4-FFF2-40B4-BE49-F238E27FC236}">
                <a16:creationId xmlns:a16="http://schemas.microsoft.com/office/drawing/2014/main" id="{E6034D55-1949-43C6-9055-1CCBB6C99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2325" y="5581650"/>
            <a:ext cx="2552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875" b="1">
                <a:solidFill>
                  <a:srgbClr val="1E6654"/>
                </a:solidFill>
                <a:latin typeface="Arial"/>
                <a:ea typeface="Arial"/>
                <a:cs typeface="Arial"/>
              </a:defRPr>
            </a:defPPr>
            <a:lvl1pPr algn="ctr">
              <a:defRPr sz="1875" b="1">
                <a:solidFill>
                  <a:srgbClr val="1E6654"/>
                </a:solidFill>
                <a:latin typeface="Arial"/>
                <a:ea typeface="Arial"/>
                <a:cs typeface="Arial"/>
              </a:defRPr>
            </a:lvl1pPr>
            <a:lvl2pPr algn="ctr">
              <a:defRPr sz="1875" b="1">
                <a:solidFill>
                  <a:srgbClr val="1E6654"/>
                </a:solidFill>
                <a:latin typeface="Arial"/>
                <a:ea typeface="Arial"/>
                <a:cs typeface="Arial"/>
              </a:defRPr>
            </a:lvl2pPr>
            <a:lvl3pPr algn="ctr">
              <a:defRPr sz="1875" b="1">
                <a:solidFill>
                  <a:srgbClr val="1E6654"/>
                </a:solidFill>
                <a:latin typeface="Arial"/>
                <a:ea typeface="Arial"/>
                <a:cs typeface="Arial"/>
              </a:defRPr>
            </a:lvl3pPr>
            <a:lvl4pPr algn="ctr">
              <a:defRPr sz="1875" b="1">
                <a:solidFill>
                  <a:srgbClr val="1E6654"/>
                </a:solidFill>
                <a:latin typeface="Arial"/>
                <a:ea typeface="Arial"/>
                <a:cs typeface="Arial"/>
              </a:defRPr>
            </a:lvl4pPr>
            <a:lvl5pPr algn="ctr">
              <a:defRPr sz="1875" b="1">
                <a:solidFill>
                  <a:srgbClr val="1E6654"/>
                </a:solidFill>
                <a:latin typeface="Arial"/>
                <a:ea typeface="Arial"/>
                <a:cs typeface="Arial"/>
              </a:defRPr>
            </a:lvl5pPr>
            <a:lvl6pPr algn="ctr">
              <a:defRPr sz="1875" b="1">
                <a:solidFill>
                  <a:srgbClr val="1E6654"/>
                </a:solidFill>
                <a:latin typeface="Arial"/>
                <a:ea typeface="Arial"/>
                <a:cs typeface="Arial"/>
              </a:defRPr>
            </a:lvl6pPr>
            <a:lvl7pPr algn="ctr">
              <a:defRPr sz="1875" b="1">
                <a:solidFill>
                  <a:srgbClr val="1E6654"/>
                </a:solidFill>
                <a:latin typeface="Arial"/>
                <a:ea typeface="Arial"/>
                <a:cs typeface="Arial"/>
              </a:defRPr>
            </a:lvl7pPr>
            <a:lvl8pPr algn="ctr">
              <a:defRPr sz="1875" b="1">
                <a:solidFill>
                  <a:srgbClr val="1E6654"/>
                </a:solidFill>
                <a:latin typeface="Arial"/>
                <a:ea typeface="Arial"/>
                <a:cs typeface="Arial"/>
              </a:defRPr>
            </a:lvl8pPr>
            <a:lvl9pPr algn="ctr">
              <a:defRPr sz="1875" b="1">
                <a:solidFill>
                  <a:srgbClr val="1E665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875" b="1">
                <a:solidFill>
                  <a:srgbClr val="1E6654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E6654"/>
                </a:solidFill>
                <a:latin typeface="Arial"/>
                <a:ea typeface="Arial"/>
                <a:cs typeface="Arial"/>
              </a:rPr>
              <a:t>Investigador</a:t>
            </a:r>
          </a:p>
        </p:txBody>
      </p:sp>
      <p:sp>
        <p:nvSpPr>
          <p:cNvPr id="13" name="station-detail-1">
            <a:extLst xmlns:a="http://schemas.openxmlformats.org/drawingml/2006/main">
              <a:ext uri="{FF2B5EF4-FFF2-40B4-BE49-F238E27FC236}">
                <a16:creationId xmlns:a16="http://schemas.microsoft.com/office/drawing/2014/main" id="{F10F675B-6FCE-4950-9DC3-688C79F65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5175" y="5981700"/>
            <a:ext cx="2667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defPPr>
            <a:lvl1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1pPr>
            <a:lvl2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2pPr>
            <a:lvl3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3pPr>
            <a:lvl4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4pPr>
            <a:lvl5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5pPr>
            <a:lvl6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6pPr>
            <a:lvl7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7pPr>
            <a:lvl8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8pPr>
            <a:lvl9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Consulta às fontes</a:t>
            </a:r>
          </a:p>
        </p:txBody>
      </p:sp>
      <p:sp>
        <p:nvSpPr>
          <p:cNvPr id="14" name="station-2">
            <a:extLst xmlns:a="http://schemas.openxmlformats.org/drawingml/2006/main">
              <a:ext uri="{FF2B5EF4-FFF2-40B4-BE49-F238E27FC236}">
                <a16:creationId xmlns:a16="http://schemas.microsoft.com/office/drawing/2014/main" id="{88EEED4F-35FD-4903-8BCC-4676BC2C0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581650"/>
            <a:ext cx="2552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defPPr>
            <a:lvl1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1pPr>
            <a:lvl2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2pPr>
            <a:lvl3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3pPr>
            <a:lvl4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4pPr>
            <a:lvl5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5pPr>
            <a:lvl6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6pPr>
            <a:lvl7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7pPr>
            <a:lvl8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8pPr>
            <a:lvl9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8C9992"/>
                </a:solidFill>
                <a:latin typeface="Arial"/>
                <a:ea typeface="Arial"/>
                <a:cs typeface="Arial"/>
              </a:rPr>
              <a:t>Crítico</a:t>
            </a:r>
          </a:p>
        </p:txBody>
      </p:sp>
      <p:sp>
        <p:nvSpPr>
          <p:cNvPr id="15" name="station-detail-2">
            <a:extLst xmlns:a="http://schemas.openxmlformats.org/drawingml/2006/main">
              <a:ext uri="{FF2B5EF4-FFF2-40B4-BE49-F238E27FC236}">
                <a16:creationId xmlns:a16="http://schemas.microsoft.com/office/drawing/2014/main" id="{4344B509-B07B-477F-8E1B-DC610B12F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981700"/>
            <a:ext cx="2667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defPPr>
            <a:lvl1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1pPr>
            <a:lvl2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2pPr>
            <a:lvl3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3pPr>
            <a:lvl4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4pPr>
            <a:lvl5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5pPr>
            <a:lvl6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6pPr>
            <a:lvl7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7pPr>
            <a:lvl8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8pPr>
            <a:lvl9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8C9992"/>
                </a:solidFill>
                <a:latin typeface="Arial"/>
                <a:ea typeface="Arial"/>
                <a:cs typeface="Arial"/>
              </a:rPr>
              <a:t>Confronto das evidências</a:t>
            </a:r>
          </a:p>
        </p:txBody>
      </p:sp>
      <p:sp>
        <p:nvSpPr>
          <p:cNvPr id="16" name="station-3">
            <a:extLst xmlns:a="http://schemas.openxmlformats.org/drawingml/2006/main">
              <a:ext uri="{FF2B5EF4-FFF2-40B4-BE49-F238E27FC236}">
                <a16:creationId xmlns:a16="http://schemas.microsoft.com/office/drawing/2014/main" id="{7608A2AD-21F1-493A-96B0-181B11771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4475" y="5581650"/>
            <a:ext cx="2552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defPPr>
            <a:lvl1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1pPr>
            <a:lvl2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2pPr>
            <a:lvl3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3pPr>
            <a:lvl4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4pPr>
            <a:lvl5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5pPr>
            <a:lvl6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6pPr>
            <a:lvl7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7pPr>
            <a:lvl8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8pPr>
            <a:lvl9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8C9992"/>
                </a:solidFill>
                <a:latin typeface="Arial"/>
                <a:ea typeface="Arial"/>
                <a:cs typeface="Arial"/>
              </a:rPr>
              <a:t>Revisão humana</a:t>
            </a:r>
          </a:p>
        </p:txBody>
      </p:sp>
      <p:sp>
        <p:nvSpPr>
          <p:cNvPr id="17" name="station-detail-3">
            <a:extLst xmlns:a="http://schemas.openxmlformats.org/drawingml/2006/main">
              <a:ext uri="{FF2B5EF4-FFF2-40B4-BE49-F238E27FC236}">
                <a16:creationId xmlns:a16="http://schemas.microsoft.com/office/drawing/2014/main" id="{2122EC3B-BC29-4640-ABB7-F05E675E0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7325" y="5981700"/>
            <a:ext cx="2667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defPPr>
            <a:lvl1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1pPr>
            <a:lvl2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2pPr>
            <a:lvl3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3pPr>
            <a:lvl4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4pPr>
            <a:lvl5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5pPr>
            <a:lvl6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6pPr>
            <a:lvl7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7pPr>
            <a:lvl8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8pPr>
            <a:lvl9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8C9992"/>
                </a:solidFill>
                <a:latin typeface="Arial"/>
                <a:ea typeface="Arial"/>
                <a:cs typeface="Arial"/>
              </a:rPr>
              <a:t>Helena, no caso Rota</a:t>
            </a:r>
          </a:p>
        </p:txBody>
      </p:sp>
      <p:sp>
        <p:nvSpPr>
          <p:cNvPr id="18" name="focus-note-title">
            <a:extLst xmlns:a="http://schemas.openxmlformats.org/drawingml/2006/main">
              <a:ext uri="{FF2B5EF4-FFF2-40B4-BE49-F238E27FC236}">
                <a16:creationId xmlns:a16="http://schemas.microsoft.com/office/drawing/2014/main" id="{A7C46C75-5C12-49FB-AB34-7BAB94CA4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6275" y="1323975"/>
            <a:ext cx="3238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2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E6654"/>
                </a:solidFill>
                <a:latin typeface="Arial"/>
                <a:ea typeface="Arial"/>
                <a:cs typeface="Arial"/>
              </a:rPr>
              <a:t>4 ferramentas de leitura</a:t>
            </a:r>
          </a:p>
        </p:txBody>
      </p:sp>
      <p:sp>
        <p:nvSpPr>
          <p:cNvPr id="19" name="focus-note-detail">
            <a:extLst xmlns:a="http://schemas.openxmlformats.org/drawingml/2006/main">
              <a:ext uri="{FF2B5EF4-FFF2-40B4-BE49-F238E27FC236}">
                <a16:creationId xmlns:a16="http://schemas.microsoft.com/office/drawing/2014/main" id="{20D25D87-784A-48FC-AA86-C229438FA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6275" y="1943100"/>
            <a:ext cx="3238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defPPr>
            <a:lvl1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1pPr>
            <a:lvl2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2pPr>
            <a:lvl3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3pPr>
            <a:lvl4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4pPr>
            <a:lvl5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5pPr>
            <a:lvl6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6pPr>
            <a:lvl7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7pPr>
            <a:lvl8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8pPr>
            <a:lvl9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Regras, referências,</a:t>
            </a:r>
          </a:p>
          <a:p xmlns:a="http://schemas.openxmlformats.org/drawingml/2006/main">
            <a: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fontes e pendências.</a:t>
            </a:r>
          </a:p>
        </p:txBody>
      </p:sp>
      <p:sp>
        <p:nvSpPr>
          <p:cNvPr id="20" name="source-node">
            <a:extLst xmlns:a="http://schemas.openxmlformats.org/drawingml/2006/main">
              <a:ext uri="{FF2B5EF4-FFF2-40B4-BE49-F238E27FC236}">
                <a16:creationId xmlns:a16="http://schemas.microsoft.com/office/drawing/2014/main" id="{280E296A-DE82-491A-A7C0-E34354D12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905125"/>
            <a:ext cx="26384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80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defPPr>
            <a:lvl1pPr algn="ctr">
              <a:defRPr sz="180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1pPr>
            <a:lvl2pPr algn="ctr">
              <a:defRPr sz="180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2pPr>
            <a:lvl3pPr algn="ctr">
              <a:defRPr sz="180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3pPr>
            <a:lvl4pPr algn="ctr">
              <a:defRPr sz="180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4pPr>
            <a:lvl5pPr algn="ctr">
              <a:defRPr sz="180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5pPr>
            <a:lvl6pPr algn="ctr">
              <a:defRPr sz="180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6pPr>
            <a:lvl7pPr algn="ctr">
              <a:defRPr sz="180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7pPr>
            <a:lvl8pPr algn="ctr">
              <a:defRPr sz="180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8pPr>
            <a:lvl9pPr algn="ctr">
              <a:defRPr sz="180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80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E6654"/>
                </a:solidFill>
                <a:latin typeface="Arial"/>
                <a:ea typeface="Arial"/>
                <a:cs typeface="Arial"/>
              </a:rPr>
              <a:t>Fontes cadastradas</a:t>
            </a:r>
          </a:p>
        </p:txBody>
      </p:sp>
      <p:cxnSp>
        <p:nvCxnSpPr>
          <p:cNvPr id="21" name="source-tool-link">
            <a:extLst xmlns:a="http://schemas.openxmlformats.org/drawingml/2006/main">
              <a:ext uri="{FF2B5EF4-FFF2-40B4-BE49-F238E27FC236}">
                <a16:creationId xmlns:a16="http://schemas.microsoft.com/office/drawing/2014/main" id="{9D9064AC-0768-470C-A58F-5BEB1869DB14}"/>
              </a:ext>
            </a:extLst>
          </p:cNvPr>
          <p:cNvCxnSpPr/>
          <p:nvPr/>
        </p:nvCxnSpPr>
        <p:spPr>
          <a:xfrm xmlns:a="http://schemas.openxmlformats.org/drawingml/2006/main">
            <a:off x="4638675" y="3371850"/>
            <a:ext cx="0" cy="438150"/>
          </a:xfrm>
          <a:prstGeom xmlns:a="http://schemas.openxmlformats.org/drawingml/2006/main" prst="straightConnector1">
            <a:avLst/>
          </a:prstGeom>
          <a:ln xmlns:a="http://schemas.openxmlformats.org/drawingml/2006/main" w="13335">
            <a:solidFill>
              <a:srgbClr val="1E6654"/>
            </a:solidFill>
            <a:prstDash val="solid"/>
            <a:headEnd type="triangle" w="sm" len="sm"/>
            <a:tailEnd type="triangle" w="sm" len="sm"/>
          </a:ln>
        </p:spPr>
      </p:cxnSp>
      <p:sp>
        <p:nvSpPr>
          <p:cNvPr id="22" name="source-query-label">
            <a:extLst xmlns:a="http://schemas.openxmlformats.org/drawingml/2006/main">
              <a:ext uri="{FF2B5EF4-FFF2-40B4-BE49-F238E27FC236}">
                <a16:creationId xmlns:a16="http://schemas.microsoft.com/office/drawing/2014/main" id="{3B9D4371-9D6B-449A-B98E-4E159D863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3476625"/>
            <a:ext cx="10287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defPPr>
            <a:lvl1pPr algn="r">
              <a:defRPr sz="13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1pPr>
            <a:lvl2pPr algn="r">
              <a:defRPr sz="13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2pPr>
            <a:lvl3pPr algn="r">
              <a:defRPr sz="13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3pPr>
            <a:lvl4pPr algn="r">
              <a:defRPr sz="13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4pPr>
            <a:lvl5pPr algn="r">
              <a:defRPr sz="13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5pPr>
            <a:lvl6pPr algn="r">
              <a:defRPr sz="13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6pPr>
            <a:lvl7pPr algn="r">
              <a:defRPr sz="13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7pPr>
            <a:lvl8pPr algn="r">
              <a:defRPr sz="13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8pPr>
            <a:lvl9pPr algn="r">
              <a:defRPr sz="13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13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consulta</a:t>
            </a:r>
          </a:p>
        </p:txBody>
      </p:sp>
      <p:sp>
        <p:nvSpPr>
          <p:cNvPr id="23" name="source-evidence-label">
            <a:extLst xmlns:a="http://schemas.openxmlformats.org/drawingml/2006/main">
              <a:ext uri="{FF2B5EF4-FFF2-40B4-BE49-F238E27FC236}">
                <a16:creationId xmlns:a16="http://schemas.microsoft.com/office/drawing/2014/main" id="{119E0746-FFF5-460C-8B4A-B1C5FD1C4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3476625"/>
            <a:ext cx="1238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evidências</a:t>
            </a:r>
          </a:p>
        </p:txBody>
      </p:sp>
    </p:spTree>
    <p:extLst>
      <p:ext uri="{BB962C8B-B14F-4D97-AF65-F5344CB8AC3E}">
        <p14:creationId xmlns:p14="http://schemas.microsoft.com/office/powerpoint/2010/main" val="690135018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6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D0622F7-A2A4-45CE-89C4-4F28D7AC330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2e5c9df2e604184">
            <a:extLst>
              <a:ext uri="{96DAC541-7B7A-43D3-8B79-37D633B846F1}">
                <asvg:svgBlip xmlns:asvg="http://schemas.microsoft.com/office/drawing/2016/SVG/main" r:embed="R60e6612dea644a4b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38200" y="485775"/>
            <a:ext cx="1000125" cy="209550"/>
          </a:xfrm>
          <a:prstGeom xmlns:a="http://schemas.openxmlformats.org/drawingml/2006/main" prst="rect">
            <a:avLst/>
          </a:prstGeom>
        </p:spPr>
      </p:pic>
      <p:sp>
        <p:nvSpPr>
          <p:cNvPr id="3" name="architecture-section">
            <a:extLst xmlns:a="http://schemas.openxmlformats.org/drawingml/2006/main">
              <a:ext uri="{FF2B5EF4-FFF2-40B4-BE49-F238E27FC236}">
                <a16:creationId xmlns:a16="http://schemas.microsoft.com/office/drawing/2014/main" id="{59862123-4963-474A-9E89-27DEBCBF7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504825"/>
            <a:ext cx="31146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defPPr>
            <a:lvl1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1pPr>
            <a:lvl2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2pPr>
            <a:lvl3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3pPr>
            <a:lvl4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4pPr>
            <a:lvl5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5pPr>
            <a:lvl6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6pPr>
            <a:lvl7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7pPr>
            <a:lvl8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8pPr>
            <a:lvl9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pPr>
            <a:r>
              <a: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rPr>
              <a:t>ARQUITETURA AGÊNTICA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01A0ECF0-5D27-4126-86B8-C2D6C6BAC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53175"/>
            <a:ext cx="304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defPPr>
            <a:lvl1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1pPr>
            <a:lvl2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2pPr>
            <a:lvl3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3pPr>
            <a:lvl4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4pPr>
            <a:lvl5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5pPr>
            <a:lvl6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6pPr>
            <a:lvl7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7pPr>
            <a:lvl8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8pPr>
            <a:lvl9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pPr>
            <a:r>
              <a: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rPr>
              <a:t>24</a:t>
            </a:r>
          </a:p>
        </p:txBody>
      </p:sp>
      <p:sp>
        <p:nvSpPr>
          <p:cNvPr id="5" name="headline-line-1">
            <a:extLst xmlns:a="http://schemas.openxmlformats.org/drawingml/2006/main">
              <a:ext uri="{FF2B5EF4-FFF2-40B4-BE49-F238E27FC236}">
                <a16:creationId xmlns:a16="http://schemas.microsoft.com/office/drawing/2014/main" id="{3AF184B4-88D9-4E19-A564-F9E51BD97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266825"/>
            <a:ext cx="752475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defPPr>
            <a:lvl1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1pPr>
            <a:lvl2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2pPr>
            <a:lvl3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3pPr>
            <a:lvl4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4pPr>
            <a:lvl5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5pPr>
            <a:lvl6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6pPr>
            <a:lvl7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7pPr>
            <a:lvl8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8pPr>
            <a:lvl9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pPr>
            <a:r>
              <a:rPr sz="3750" b="0">
                <a:solidFill>
                  <a:srgbClr val="132B2A"/>
                </a:solidFill>
                <a:latin typeface="Arial"/>
                <a:ea typeface="Arial"/>
                <a:cs typeface="Arial"/>
              </a:rPr>
              <a:t>Uma segunda leitura</a:t>
            </a:r>
          </a:p>
        </p:txBody>
      </p:sp>
      <p:sp>
        <p:nvSpPr>
          <p:cNvPr id="6" name="headline-line-2">
            <a:extLst xmlns:a="http://schemas.openxmlformats.org/drawingml/2006/main">
              <a:ext uri="{FF2B5EF4-FFF2-40B4-BE49-F238E27FC236}">
                <a16:creationId xmlns:a16="http://schemas.microsoft.com/office/drawing/2014/main" id="{107E2356-11CA-4CC2-9E63-139304ED8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95475"/>
            <a:ext cx="752475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defPPr>
            <a:lvl1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1pPr>
            <a:lvl2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2pPr>
            <a:lvl3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3pPr>
            <a:lvl4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4pPr>
            <a:lvl5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5pPr>
            <a:lvl6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6pPr>
            <a:lvl7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7pPr>
            <a:lvl8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8pPr>
            <a:lvl9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pPr>
            <a:r>
              <a:rPr sz="3750" b="0">
                <a:solidFill>
                  <a:srgbClr val="1E6654"/>
                </a:solidFill>
                <a:latin typeface="Arial"/>
                <a:ea typeface="Arial"/>
                <a:cs typeface="Arial"/>
              </a:rPr>
              <a:t>confronta a interpretação.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CD51D50-59C9-49A9-836D-EF9EF352F3C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8aeb39c1fe144ee"/>
          <a:srcRect xmlns:a="http://schemas.openxmlformats.org/drawingml/2006/main" l="3500" t="35500" r="3500" b="19500"/>
          <a:stretch xmlns:a="http://schemas.openxmlformats.org/drawingml/2006/main"/>
        </p:blipFill>
        <p:spPr>
          <a:xfrm xmlns:a="http://schemas.openxmlformats.org/drawingml/2006/main">
            <a:off x="704850" y="3514725"/>
            <a:ext cx="10782300" cy="1952625"/>
          </a:xfrm>
          <a:prstGeom xmlns:a="http://schemas.openxmlformats.org/drawingml/2006/main" prst="rect">
            <a:avLst/>
          </a:prstGeom>
        </p:spPr>
      </p:pic>
      <p:sp>
        <p:nvSpPr>
          <p:cNvPr id="8" name="station-0">
            <a:extLst xmlns:a="http://schemas.openxmlformats.org/drawingml/2006/main">
              <a:ext uri="{FF2B5EF4-FFF2-40B4-BE49-F238E27FC236}">
                <a16:creationId xmlns:a16="http://schemas.microsoft.com/office/drawing/2014/main" id="{CE9D00A2-253B-46EC-8AA5-582DC252E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5581650"/>
            <a:ext cx="2552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defPPr>
            <a:lvl1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1pPr>
            <a:lvl2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2pPr>
            <a:lvl3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3pPr>
            <a:lvl4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4pPr>
            <a:lvl5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5pPr>
            <a:lvl6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6pPr>
            <a:lvl7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7pPr>
            <a:lvl8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8pPr>
            <a:lvl9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8C9992"/>
                </a:solidFill>
                <a:latin typeface="Arial"/>
                <a:ea typeface="Arial"/>
                <a:cs typeface="Arial"/>
              </a:rPr>
              <a:t>Apuração</a:t>
            </a:r>
          </a:p>
        </p:txBody>
      </p:sp>
      <p:sp>
        <p:nvSpPr>
          <p:cNvPr id="9" name="station-detail-0">
            <a:extLst xmlns:a="http://schemas.openxmlformats.org/drawingml/2006/main">
              <a:ext uri="{FF2B5EF4-FFF2-40B4-BE49-F238E27FC236}">
                <a16:creationId xmlns:a16="http://schemas.microsoft.com/office/drawing/2014/main" id="{17541163-7A9E-494A-AE0A-E7BBC041A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981700"/>
            <a:ext cx="2667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defPPr>
            <a:lvl1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1pPr>
            <a:lvl2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2pPr>
            <a:lvl3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3pPr>
            <a:lvl4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4pPr>
            <a:lvl5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5pPr>
            <a:lvl6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6pPr>
            <a:lvl7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7pPr>
            <a:lvl8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8pPr>
            <a:lvl9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8C9992"/>
                </a:solidFill>
                <a:latin typeface="Arial"/>
                <a:ea typeface="Arial"/>
                <a:cs typeface="Arial"/>
              </a:rPr>
              <a:t>Valor e rastro</a:t>
            </a:r>
          </a:p>
        </p:txBody>
      </p:sp>
      <p:sp>
        <p:nvSpPr>
          <p:cNvPr id="10" name="station-1">
            <a:extLst xmlns:a="http://schemas.openxmlformats.org/drawingml/2006/main">
              <a:ext uri="{FF2B5EF4-FFF2-40B4-BE49-F238E27FC236}">
                <a16:creationId xmlns:a16="http://schemas.microsoft.com/office/drawing/2014/main" id="{7838A72E-3273-4FF0-9BA4-44B58BC5C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2325" y="5581650"/>
            <a:ext cx="2552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defPPr>
            <a:lvl1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1pPr>
            <a:lvl2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2pPr>
            <a:lvl3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3pPr>
            <a:lvl4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4pPr>
            <a:lvl5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5pPr>
            <a:lvl6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6pPr>
            <a:lvl7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7pPr>
            <a:lvl8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8pPr>
            <a:lvl9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8C9992"/>
                </a:solidFill>
                <a:latin typeface="Arial"/>
                <a:ea typeface="Arial"/>
                <a:cs typeface="Arial"/>
              </a:rPr>
              <a:t>Investigador</a:t>
            </a:r>
          </a:p>
        </p:txBody>
      </p:sp>
      <p:sp>
        <p:nvSpPr>
          <p:cNvPr id="11" name="station-detail-1">
            <a:extLst xmlns:a="http://schemas.openxmlformats.org/drawingml/2006/main">
              <a:ext uri="{FF2B5EF4-FFF2-40B4-BE49-F238E27FC236}">
                <a16:creationId xmlns:a16="http://schemas.microsoft.com/office/drawing/2014/main" id="{AFB0605F-A79F-4226-94BA-4D92E4843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5175" y="5981700"/>
            <a:ext cx="2667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defPPr>
            <a:lvl1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1pPr>
            <a:lvl2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2pPr>
            <a:lvl3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3pPr>
            <a:lvl4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4pPr>
            <a:lvl5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5pPr>
            <a:lvl6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6pPr>
            <a:lvl7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7pPr>
            <a:lvl8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8pPr>
            <a:lvl9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8C9992"/>
                </a:solidFill>
                <a:latin typeface="Arial"/>
                <a:ea typeface="Arial"/>
                <a:cs typeface="Arial"/>
              </a:rPr>
              <a:t>Consulta às fontes</a:t>
            </a:r>
          </a:p>
        </p:txBody>
      </p:sp>
      <p:sp>
        <p:nvSpPr>
          <p:cNvPr id="12" name="active-2">
            <a:extLst xmlns:a="http://schemas.openxmlformats.org/drawingml/2006/main">
              <a:ext uri="{FF2B5EF4-FFF2-40B4-BE49-F238E27FC236}">
                <a16:creationId xmlns:a16="http://schemas.microsoft.com/office/drawing/2014/main" id="{D7A40416-D333-4254-A2DA-E6411F115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53244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6654"/>
          </a:solidFill>
          <a:ln xmlns:a="http://schemas.openxmlformats.org/drawingml/2006/main" w="0">
            <a:noFill/>
          </a:ln>
        </p:spPr>
      </p:sp>
      <p:cxnSp>
        <p:nvCxnSpPr>
          <p:cNvPr id="13" name="active-link-2">
            <a:extLst xmlns:a="http://schemas.openxmlformats.org/drawingml/2006/main">
              <a:ext uri="{FF2B5EF4-FFF2-40B4-BE49-F238E27FC236}">
                <a16:creationId xmlns:a16="http://schemas.microsoft.com/office/drawing/2014/main" id="{1C0A7D77-30E4-4D38-8261-E8544159A826}"/>
              </a:ext>
            </a:extLst>
          </p:cNvPr>
          <p:cNvCxnSpPr/>
          <p:nvPr/>
        </p:nvCxnSpPr>
        <p:spPr>
          <a:xfrm xmlns:a="http://schemas.openxmlformats.org/drawingml/2006/main">
            <a:off x="7524750" y="5076825"/>
            <a:ext cx="0" cy="180975"/>
          </a:xfrm>
          <a:prstGeom xmlns:a="http://schemas.openxmlformats.org/drawingml/2006/main" prst="straightConnector1">
            <a:avLst/>
          </a:prstGeom>
          <a:ln xmlns:a="http://schemas.openxmlformats.org/drawingml/2006/main" w="12383">
            <a:solidFill>
              <a:srgbClr val="1E6654"/>
            </a:solidFill>
            <a:prstDash val="solid"/>
          </a:ln>
        </p:spPr>
      </p:cxnSp>
      <p:sp>
        <p:nvSpPr>
          <p:cNvPr id="14" name="station-2">
            <a:extLst xmlns:a="http://schemas.openxmlformats.org/drawingml/2006/main">
              <a:ext uri="{FF2B5EF4-FFF2-40B4-BE49-F238E27FC236}">
                <a16:creationId xmlns:a16="http://schemas.microsoft.com/office/drawing/2014/main" id="{D661524B-81DB-49E3-9C56-9FCAB7A24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581650"/>
            <a:ext cx="2552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875" b="1">
                <a:solidFill>
                  <a:srgbClr val="1E6654"/>
                </a:solidFill>
                <a:latin typeface="Arial"/>
                <a:ea typeface="Arial"/>
                <a:cs typeface="Arial"/>
              </a:defRPr>
            </a:defPPr>
            <a:lvl1pPr algn="ctr">
              <a:defRPr sz="1875" b="1">
                <a:solidFill>
                  <a:srgbClr val="1E6654"/>
                </a:solidFill>
                <a:latin typeface="Arial"/>
                <a:ea typeface="Arial"/>
                <a:cs typeface="Arial"/>
              </a:defRPr>
            </a:lvl1pPr>
            <a:lvl2pPr algn="ctr">
              <a:defRPr sz="1875" b="1">
                <a:solidFill>
                  <a:srgbClr val="1E6654"/>
                </a:solidFill>
                <a:latin typeface="Arial"/>
                <a:ea typeface="Arial"/>
                <a:cs typeface="Arial"/>
              </a:defRPr>
            </a:lvl2pPr>
            <a:lvl3pPr algn="ctr">
              <a:defRPr sz="1875" b="1">
                <a:solidFill>
                  <a:srgbClr val="1E6654"/>
                </a:solidFill>
                <a:latin typeface="Arial"/>
                <a:ea typeface="Arial"/>
                <a:cs typeface="Arial"/>
              </a:defRPr>
            </a:lvl3pPr>
            <a:lvl4pPr algn="ctr">
              <a:defRPr sz="1875" b="1">
                <a:solidFill>
                  <a:srgbClr val="1E6654"/>
                </a:solidFill>
                <a:latin typeface="Arial"/>
                <a:ea typeface="Arial"/>
                <a:cs typeface="Arial"/>
              </a:defRPr>
            </a:lvl4pPr>
            <a:lvl5pPr algn="ctr">
              <a:defRPr sz="1875" b="1">
                <a:solidFill>
                  <a:srgbClr val="1E6654"/>
                </a:solidFill>
                <a:latin typeface="Arial"/>
                <a:ea typeface="Arial"/>
                <a:cs typeface="Arial"/>
              </a:defRPr>
            </a:lvl5pPr>
            <a:lvl6pPr algn="ctr">
              <a:defRPr sz="1875" b="1">
                <a:solidFill>
                  <a:srgbClr val="1E6654"/>
                </a:solidFill>
                <a:latin typeface="Arial"/>
                <a:ea typeface="Arial"/>
                <a:cs typeface="Arial"/>
              </a:defRPr>
            </a:lvl6pPr>
            <a:lvl7pPr algn="ctr">
              <a:defRPr sz="1875" b="1">
                <a:solidFill>
                  <a:srgbClr val="1E6654"/>
                </a:solidFill>
                <a:latin typeface="Arial"/>
                <a:ea typeface="Arial"/>
                <a:cs typeface="Arial"/>
              </a:defRPr>
            </a:lvl7pPr>
            <a:lvl8pPr algn="ctr">
              <a:defRPr sz="1875" b="1">
                <a:solidFill>
                  <a:srgbClr val="1E6654"/>
                </a:solidFill>
                <a:latin typeface="Arial"/>
                <a:ea typeface="Arial"/>
                <a:cs typeface="Arial"/>
              </a:defRPr>
            </a:lvl8pPr>
            <a:lvl9pPr algn="ctr">
              <a:defRPr sz="1875" b="1">
                <a:solidFill>
                  <a:srgbClr val="1E665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875" b="1">
                <a:solidFill>
                  <a:srgbClr val="1E6654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E6654"/>
                </a:solidFill>
                <a:latin typeface="Arial"/>
                <a:ea typeface="Arial"/>
                <a:cs typeface="Arial"/>
              </a:rPr>
              <a:t>Crítico</a:t>
            </a:r>
          </a:p>
        </p:txBody>
      </p:sp>
      <p:sp>
        <p:nvSpPr>
          <p:cNvPr id="15" name="station-detail-2">
            <a:extLst xmlns:a="http://schemas.openxmlformats.org/drawingml/2006/main">
              <a:ext uri="{FF2B5EF4-FFF2-40B4-BE49-F238E27FC236}">
                <a16:creationId xmlns:a16="http://schemas.microsoft.com/office/drawing/2014/main" id="{CA557067-890D-4911-931D-CD78E47B5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981700"/>
            <a:ext cx="2667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defPPr>
            <a:lvl1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1pPr>
            <a:lvl2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2pPr>
            <a:lvl3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3pPr>
            <a:lvl4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4pPr>
            <a:lvl5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5pPr>
            <a:lvl6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6pPr>
            <a:lvl7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7pPr>
            <a:lvl8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8pPr>
            <a:lvl9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Confronto das evidências</a:t>
            </a:r>
          </a:p>
        </p:txBody>
      </p:sp>
      <p:sp>
        <p:nvSpPr>
          <p:cNvPr id="16" name="station-3">
            <a:extLst xmlns:a="http://schemas.openxmlformats.org/drawingml/2006/main">
              <a:ext uri="{FF2B5EF4-FFF2-40B4-BE49-F238E27FC236}">
                <a16:creationId xmlns:a16="http://schemas.microsoft.com/office/drawing/2014/main" id="{A43A22FF-49F8-4358-A55C-9C0EA046C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4475" y="5581650"/>
            <a:ext cx="2552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defPPr>
            <a:lvl1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1pPr>
            <a:lvl2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2pPr>
            <a:lvl3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3pPr>
            <a:lvl4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4pPr>
            <a:lvl5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5pPr>
            <a:lvl6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6pPr>
            <a:lvl7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7pPr>
            <a:lvl8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8pPr>
            <a:lvl9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8C9992"/>
                </a:solidFill>
                <a:latin typeface="Arial"/>
                <a:ea typeface="Arial"/>
                <a:cs typeface="Arial"/>
              </a:rPr>
              <a:t>Revisão humana</a:t>
            </a:r>
          </a:p>
        </p:txBody>
      </p:sp>
      <p:sp>
        <p:nvSpPr>
          <p:cNvPr id="17" name="station-detail-3">
            <a:extLst xmlns:a="http://schemas.openxmlformats.org/drawingml/2006/main">
              <a:ext uri="{FF2B5EF4-FFF2-40B4-BE49-F238E27FC236}">
                <a16:creationId xmlns:a16="http://schemas.microsoft.com/office/drawing/2014/main" id="{DDBFFF2F-A34C-4953-A7FA-58D81172A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7325" y="5981700"/>
            <a:ext cx="2667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defPPr>
            <a:lvl1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1pPr>
            <a:lvl2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2pPr>
            <a:lvl3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3pPr>
            <a:lvl4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4pPr>
            <a:lvl5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5pPr>
            <a:lvl6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6pPr>
            <a:lvl7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7pPr>
            <a:lvl8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8pPr>
            <a:lvl9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8C9992"/>
                </a:solidFill>
                <a:latin typeface="Arial"/>
                <a:ea typeface="Arial"/>
                <a:cs typeface="Arial"/>
              </a:rPr>
              <a:t>Helena, no caso Rota</a:t>
            </a:r>
          </a:p>
        </p:txBody>
      </p:sp>
      <p:sp>
        <p:nvSpPr>
          <p:cNvPr id="18" name="critic-input">
            <a:extLst xmlns:a="http://schemas.openxmlformats.org/drawingml/2006/main">
              <a:ext uri="{FF2B5EF4-FFF2-40B4-BE49-F238E27FC236}">
                <a16:creationId xmlns:a16="http://schemas.microsoft.com/office/drawing/2014/main" id="{78C433DA-BEFD-46EE-B597-8FDABD9DC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924175"/>
            <a:ext cx="35623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7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defPPr>
            <a:lvl1pPr algn="ctr">
              <a:defRPr sz="17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1pPr>
            <a:lvl2pPr algn="ctr">
              <a:defRPr sz="17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2pPr>
            <a:lvl3pPr algn="ctr">
              <a:defRPr sz="17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3pPr>
            <a:lvl4pPr algn="ctr">
              <a:defRPr sz="17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4pPr>
            <a:lvl5pPr algn="ctr">
              <a:defRPr sz="17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5pPr>
            <a:lvl6pPr algn="ctr">
              <a:defRPr sz="17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6pPr>
            <a:lvl7pPr algn="ctr">
              <a:defRPr sz="17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7pPr>
            <a:lvl8pPr algn="ctr">
              <a:defRPr sz="17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8pPr>
            <a:lvl9pPr algn="ctr">
              <a:defRPr sz="17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7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E6654"/>
                </a:solidFill>
                <a:latin typeface="Arial"/>
                <a:ea typeface="Arial"/>
                <a:cs typeface="Arial"/>
              </a:rPr>
              <a:t>Mesmo caso, interpretação</a:t>
            </a:r>
          </a:p>
          <a:p xmlns:a="http://schemas.openxmlformats.org/drawingml/2006/main">
            <a:pPr algn="ctr">
              <a:defRPr sz="17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E6654"/>
                </a:solidFill>
                <a:latin typeface="Arial"/>
                <a:ea typeface="Arial"/>
                <a:cs typeface="Arial"/>
              </a:rPr>
              <a:t>e evidências recuperadas</a:t>
            </a:r>
          </a:p>
        </p:txBody>
      </p:sp>
      <p:cxnSp>
        <p:nvCxnSpPr>
          <p:cNvPr id="19" name="critic-input-link">
            <a:extLst xmlns:a="http://schemas.openxmlformats.org/drawingml/2006/main">
              <a:ext uri="{FF2B5EF4-FFF2-40B4-BE49-F238E27FC236}">
                <a16:creationId xmlns:a16="http://schemas.microsoft.com/office/drawing/2014/main" id="{AE267F57-6C93-4EA6-A4C2-2AF0C49032C5}"/>
              </a:ext>
            </a:extLst>
          </p:cNvPr>
          <p:cNvCxnSpPr/>
          <p:nvPr/>
        </p:nvCxnSpPr>
        <p:spPr>
          <a:xfrm xmlns:a="http://schemas.openxmlformats.org/drawingml/2006/main">
            <a:off x="7524750" y="3638550"/>
            <a:ext cx="0" cy="190500"/>
          </a:xfrm>
          <a:prstGeom xmlns:a="http://schemas.openxmlformats.org/drawingml/2006/main" prst="straightConnector1">
            <a:avLst/>
          </a:prstGeom>
          <a:ln xmlns:a="http://schemas.openxmlformats.org/drawingml/2006/main" w="12383">
            <a:solidFill>
              <a:srgbClr val="1E6654"/>
            </a:solidFill>
            <a:prstDash val="solid"/>
            <a:tailEnd type="triangle" w="sm" len="sm"/>
          </a:ln>
        </p:spPr>
      </p:cxnSp>
      <p:sp>
        <p:nvSpPr>
          <p:cNvPr id="20" name="critic-boundary">
            <a:extLst xmlns:a="http://schemas.openxmlformats.org/drawingml/2006/main">
              <a:ext uri="{FF2B5EF4-FFF2-40B4-BE49-F238E27FC236}">
                <a16:creationId xmlns:a16="http://schemas.microsoft.com/office/drawing/2014/main" id="{E140724A-D00B-4D3F-8168-4D48D2589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952750"/>
            <a:ext cx="5048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defPPr>
            <a:lvl1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1pPr>
            <a:lvl2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2pPr>
            <a:lvl3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3pPr>
            <a:lvl4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4pPr>
            <a:lvl5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5pPr>
            <a:lvl6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6pPr>
            <a:lvl7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7pPr>
            <a:lvl8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8pPr>
            <a:lvl9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O crítico examina o material recebido.</a:t>
            </a:r>
          </a:p>
        </p:txBody>
      </p:sp>
    </p:spTree>
    <p:extLst>
      <p:ext uri="{BB962C8B-B14F-4D97-AF65-F5344CB8AC3E}">
        <p14:creationId xmlns:p14="http://schemas.microsoft.com/office/powerpoint/2010/main" val="565178268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6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9316A2F-B82A-48C3-8926-1776D847E3C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6bf653d000f4d34">
            <a:extLst>
              <a:ext uri="{96DAC541-7B7A-43D3-8B79-37D633B846F1}">
                <asvg:svgBlip xmlns:asvg="http://schemas.microsoft.com/office/drawing/2016/SVG/main" r:embed="Rd3b45858e28046d8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38200" y="485775"/>
            <a:ext cx="1000125" cy="209550"/>
          </a:xfrm>
          <a:prstGeom xmlns:a="http://schemas.openxmlformats.org/drawingml/2006/main" prst="rect">
            <a:avLst/>
          </a:prstGeom>
        </p:spPr>
      </p:pic>
      <p:sp>
        <p:nvSpPr>
          <p:cNvPr id="3" name="architecture-section">
            <a:extLst xmlns:a="http://schemas.openxmlformats.org/drawingml/2006/main">
              <a:ext uri="{FF2B5EF4-FFF2-40B4-BE49-F238E27FC236}">
                <a16:creationId xmlns:a16="http://schemas.microsoft.com/office/drawing/2014/main" id="{5D11A4F1-7A4A-4C07-A18B-9D0F40BEF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504825"/>
            <a:ext cx="31146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defPPr>
            <a:lvl1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1pPr>
            <a:lvl2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2pPr>
            <a:lvl3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3pPr>
            <a:lvl4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4pPr>
            <a:lvl5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5pPr>
            <a:lvl6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6pPr>
            <a:lvl7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7pPr>
            <a:lvl8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8pPr>
            <a:lvl9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pPr>
            <a:r>
              <a: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rPr>
              <a:t>ARQUITETURA AGÊNTICA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DFDA6F8A-DDE6-46FF-A26E-A11D80EB4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53175"/>
            <a:ext cx="304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defPPr>
            <a:lvl1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1pPr>
            <a:lvl2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2pPr>
            <a:lvl3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3pPr>
            <a:lvl4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4pPr>
            <a:lvl5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5pPr>
            <a:lvl6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6pPr>
            <a:lvl7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7pPr>
            <a:lvl8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8pPr>
            <a:lvl9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pPr>
            <a:r>
              <a: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rPr>
              <a:t>25</a:t>
            </a:r>
          </a:p>
        </p:txBody>
      </p:sp>
      <p:sp>
        <p:nvSpPr>
          <p:cNvPr id="5" name="headline-line-1">
            <a:extLst xmlns:a="http://schemas.openxmlformats.org/drawingml/2006/main">
              <a:ext uri="{FF2B5EF4-FFF2-40B4-BE49-F238E27FC236}">
                <a16:creationId xmlns:a16="http://schemas.microsoft.com/office/drawing/2014/main" id="{78E825DB-44A7-4190-963A-78AF42130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266825"/>
            <a:ext cx="70485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defPPr>
            <a:lvl1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1pPr>
            <a:lvl2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2pPr>
            <a:lvl3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3pPr>
            <a:lvl4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4pPr>
            <a:lvl5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5pPr>
            <a:lvl6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6pPr>
            <a:lvl7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7pPr>
            <a:lvl8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8pPr>
            <a:lvl9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pPr>
            <a:r>
              <a:rPr sz="3750" b="0">
                <a:solidFill>
                  <a:srgbClr val="132B2A"/>
                </a:solidFill>
                <a:latin typeface="Arial"/>
                <a:ea typeface="Arial"/>
                <a:cs typeface="Arial"/>
              </a:rPr>
              <a:t>A decisão continua</a:t>
            </a:r>
          </a:p>
        </p:txBody>
      </p:sp>
      <p:sp>
        <p:nvSpPr>
          <p:cNvPr id="6" name="headline-line-2">
            <a:extLst xmlns:a="http://schemas.openxmlformats.org/drawingml/2006/main">
              <a:ext uri="{FF2B5EF4-FFF2-40B4-BE49-F238E27FC236}">
                <a16:creationId xmlns:a16="http://schemas.microsoft.com/office/drawing/2014/main" id="{97D0BD55-A72E-4044-B9E6-B45D9682A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95475"/>
            <a:ext cx="70485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defPPr>
            <a:lvl1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1pPr>
            <a:lvl2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2pPr>
            <a:lvl3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3pPr>
            <a:lvl4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4pPr>
            <a:lvl5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5pPr>
            <a:lvl6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6pPr>
            <a:lvl7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7pPr>
            <a:lvl8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8pPr>
            <a:lvl9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pPr>
            <a:r>
              <a:rPr sz="3750" b="0">
                <a:solidFill>
                  <a:srgbClr val="1E6654"/>
                </a:solidFill>
                <a:latin typeface="Arial"/>
                <a:ea typeface="Arial"/>
                <a:cs typeface="Arial"/>
              </a:rPr>
              <a:t>com o financeiro.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8426A77-1A56-42BC-9297-90003743E22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d2141375aa648a5"/>
          <a:srcRect xmlns:a="http://schemas.openxmlformats.org/drawingml/2006/main" l="3500" t="35500" r="3500" b="19500"/>
          <a:stretch xmlns:a="http://schemas.openxmlformats.org/drawingml/2006/main"/>
        </p:blipFill>
        <p:spPr>
          <a:xfrm xmlns:a="http://schemas.openxmlformats.org/drawingml/2006/main">
            <a:off x="704850" y="3514725"/>
            <a:ext cx="10782300" cy="1952625"/>
          </a:xfrm>
          <a:prstGeom xmlns:a="http://schemas.openxmlformats.org/drawingml/2006/main" prst="rect">
            <a:avLst/>
          </a:prstGeom>
        </p:spPr>
      </p:pic>
      <p:sp>
        <p:nvSpPr>
          <p:cNvPr id="8" name="station-0">
            <a:extLst xmlns:a="http://schemas.openxmlformats.org/drawingml/2006/main">
              <a:ext uri="{FF2B5EF4-FFF2-40B4-BE49-F238E27FC236}">
                <a16:creationId xmlns:a16="http://schemas.microsoft.com/office/drawing/2014/main" id="{7BB53229-A806-42C8-839A-F1C5A272A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5581650"/>
            <a:ext cx="2552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defPPr>
            <a:lvl1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1pPr>
            <a:lvl2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2pPr>
            <a:lvl3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3pPr>
            <a:lvl4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4pPr>
            <a:lvl5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5pPr>
            <a:lvl6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6pPr>
            <a:lvl7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7pPr>
            <a:lvl8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8pPr>
            <a:lvl9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8C9992"/>
                </a:solidFill>
                <a:latin typeface="Arial"/>
                <a:ea typeface="Arial"/>
                <a:cs typeface="Arial"/>
              </a:rPr>
              <a:t>Apuração</a:t>
            </a:r>
          </a:p>
        </p:txBody>
      </p:sp>
      <p:sp>
        <p:nvSpPr>
          <p:cNvPr id="9" name="station-detail-0">
            <a:extLst xmlns:a="http://schemas.openxmlformats.org/drawingml/2006/main">
              <a:ext uri="{FF2B5EF4-FFF2-40B4-BE49-F238E27FC236}">
                <a16:creationId xmlns:a16="http://schemas.microsoft.com/office/drawing/2014/main" id="{7922012A-01F5-471F-BED6-ABCCB0141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981700"/>
            <a:ext cx="2667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defPPr>
            <a:lvl1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1pPr>
            <a:lvl2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2pPr>
            <a:lvl3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3pPr>
            <a:lvl4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4pPr>
            <a:lvl5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5pPr>
            <a:lvl6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6pPr>
            <a:lvl7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7pPr>
            <a:lvl8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8pPr>
            <a:lvl9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8C9992"/>
                </a:solidFill>
                <a:latin typeface="Arial"/>
                <a:ea typeface="Arial"/>
                <a:cs typeface="Arial"/>
              </a:rPr>
              <a:t>Valor e rastro</a:t>
            </a:r>
          </a:p>
        </p:txBody>
      </p:sp>
      <p:sp>
        <p:nvSpPr>
          <p:cNvPr id="10" name="station-1">
            <a:extLst xmlns:a="http://schemas.openxmlformats.org/drawingml/2006/main">
              <a:ext uri="{FF2B5EF4-FFF2-40B4-BE49-F238E27FC236}">
                <a16:creationId xmlns:a16="http://schemas.microsoft.com/office/drawing/2014/main" id="{40271BAE-F590-4934-873F-0C535F4E3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2325" y="5581650"/>
            <a:ext cx="2552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defPPr>
            <a:lvl1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1pPr>
            <a:lvl2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2pPr>
            <a:lvl3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3pPr>
            <a:lvl4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4pPr>
            <a:lvl5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5pPr>
            <a:lvl6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6pPr>
            <a:lvl7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7pPr>
            <a:lvl8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8pPr>
            <a:lvl9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8C9992"/>
                </a:solidFill>
                <a:latin typeface="Arial"/>
                <a:ea typeface="Arial"/>
                <a:cs typeface="Arial"/>
              </a:rPr>
              <a:t>Investigador</a:t>
            </a:r>
          </a:p>
        </p:txBody>
      </p:sp>
      <p:sp>
        <p:nvSpPr>
          <p:cNvPr id="11" name="station-detail-1">
            <a:extLst xmlns:a="http://schemas.openxmlformats.org/drawingml/2006/main">
              <a:ext uri="{FF2B5EF4-FFF2-40B4-BE49-F238E27FC236}">
                <a16:creationId xmlns:a16="http://schemas.microsoft.com/office/drawing/2014/main" id="{F8EA30CD-BF25-4E40-BC50-86978838E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5175" y="5981700"/>
            <a:ext cx="2667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defPPr>
            <a:lvl1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1pPr>
            <a:lvl2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2pPr>
            <a:lvl3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3pPr>
            <a:lvl4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4pPr>
            <a:lvl5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5pPr>
            <a:lvl6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6pPr>
            <a:lvl7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7pPr>
            <a:lvl8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8pPr>
            <a:lvl9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8C9992"/>
                </a:solidFill>
                <a:latin typeface="Arial"/>
                <a:ea typeface="Arial"/>
                <a:cs typeface="Arial"/>
              </a:rPr>
              <a:t>Consulta às fontes</a:t>
            </a:r>
          </a:p>
        </p:txBody>
      </p:sp>
      <p:sp>
        <p:nvSpPr>
          <p:cNvPr id="12" name="station-2">
            <a:extLst xmlns:a="http://schemas.openxmlformats.org/drawingml/2006/main">
              <a:ext uri="{FF2B5EF4-FFF2-40B4-BE49-F238E27FC236}">
                <a16:creationId xmlns:a16="http://schemas.microsoft.com/office/drawing/2014/main" id="{B350DBEA-AADA-458F-8FF8-00C868CF3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581650"/>
            <a:ext cx="2552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defPPr>
            <a:lvl1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1pPr>
            <a:lvl2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2pPr>
            <a:lvl3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3pPr>
            <a:lvl4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4pPr>
            <a:lvl5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5pPr>
            <a:lvl6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6pPr>
            <a:lvl7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7pPr>
            <a:lvl8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8pPr>
            <a:lvl9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875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8C9992"/>
                </a:solidFill>
                <a:latin typeface="Arial"/>
                <a:ea typeface="Arial"/>
                <a:cs typeface="Arial"/>
              </a:rPr>
              <a:t>Crítico</a:t>
            </a:r>
          </a:p>
        </p:txBody>
      </p:sp>
      <p:sp>
        <p:nvSpPr>
          <p:cNvPr id="13" name="station-detail-2">
            <a:extLst xmlns:a="http://schemas.openxmlformats.org/drawingml/2006/main">
              <a:ext uri="{FF2B5EF4-FFF2-40B4-BE49-F238E27FC236}">
                <a16:creationId xmlns:a16="http://schemas.microsoft.com/office/drawing/2014/main" id="{44300E3D-FBFC-449D-B6C1-996136509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981700"/>
            <a:ext cx="2667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defPPr>
            <a:lvl1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1pPr>
            <a:lvl2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2pPr>
            <a:lvl3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3pPr>
            <a:lvl4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4pPr>
            <a:lvl5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5pPr>
            <a:lvl6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6pPr>
            <a:lvl7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7pPr>
            <a:lvl8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8pPr>
            <a:lvl9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500" b="0">
                <a:solidFill>
                  <a:srgbClr val="8C9992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8C9992"/>
                </a:solidFill>
                <a:latin typeface="Arial"/>
                <a:ea typeface="Arial"/>
                <a:cs typeface="Arial"/>
              </a:rPr>
              <a:t>Confronto das evidências</a:t>
            </a:r>
          </a:p>
        </p:txBody>
      </p:sp>
      <p:sp>
        <p:nvSpPr>
          <p:cNvPr id="14" name="active-3">
            <a:extLst xmlns:a="http://schemas.openxmlformats.org/drawingml/2006/main">
              <a:ext uri="{FF2B5EF4-FFF2-40B4-BE49-F238E27FC236}">
                <a16:creationId xmlns:a16="http://schemas.microsoft.com/office/drawing/2014/main" id="{CEE9ECBB-FF89-4438-9253-E2908E9CC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2725" y="53244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6654"/>
          </a:solidFill>
          <a:ln xmlns:a="http://schemas.openxmlformats.org/drawingml/2006/main" w="0">
            <a:noFill/>
          </a:ln>
        </p:spPr>
      </p:sp>
      <p:cxnSp>
        <p:nvCxnSpPr>
          <p:cNvPr id="15" name="active-link-3">
            <a:extLst xmlns:a="http://schemas.openxmlformats.org/drawingml/2006/main">
              <a:ext uri="{FF2B5EF4-FFF2-40B4-BE49-F238E27FC236}">
                <a16:creationId xmlns:a16="http://schemas.microsoft.com/office/drawing/2014/main" id="{80D33632-C19D-4285-9885-033A70E2716B}"/>
              </a:ext>
            </a:extLst>
          </p:cNvPr>
          <p:cNvCxnSpPr/>
          <p:nvPr/>
        </p:nvCxnSpPr>
        <p:spPr>
          <a:xfrm xmlns:a="http://schemas.openxmlformats.org/drawingml/2006/main">
            <a:off x="10410825" y="5076825"/>
            <a:ext cx="0" cy="180975"/>
          </a:xfrm>
          <a:prstGeom xmlns:a="http://schemas.openxmlformats.org/drawingml/2006/main" prst="straightConnector1">
            <a:avLst/>
          </a:prstGeom>
          <a:ln xmlns:a="http://schemas.openxmlformats.org/drawingml/2006/main" w="12383">
            <a:solidFill>
              <a:srgbClr val="1E6654"/>
            </a:solidFill>
            <a:prstDash val="solid"/>
          </a:ln>
        </p:spPr>
      </p:cxnSp>
      <p:sp>
        <p:nvSpPr>
          <p:cNvPr id="16" name="station-3">
            <a:extLst xmlns:a="http://schemas.openxmlformats.org/drawingml/2006/main">
              <a:ext uri="{FF2B5EF4-FFF2-40B4-BE49-F238E27FC236}">
                <a16:creationId xmlns:a16="http://schemas.microsoft.com/office/drawing/2014/main" id="{457F243D-1E93-4714-88AF-73123E984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4475" y="5581650"/>
            <a:ext cx="2552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875" b="1">
                <a:solidFill>
                  <a:srgbClr val="1E6654"/>
                </a:solidFill>
                <a:latin typeface="Arial"/>
                <a:ea typeface="Arial"/>
                <a:cs typeface="Arial"/>
              </a:defRPr>
            </a:defPPr>
            <a:lvl1pPr algn="ctr">
              <a:defRPr sz="1875" b="1">
                <a:solidFill>
                  <a:srgbClr val="1E6654"/>
                </a:solidFill>
                <a:latin typeface="Arial"/>
                <a:ea typeface="Arial"/>
                <a:cs typeface="Arial"/>
              </a:defRPr>
            </a:lvl1pPr>
            <a:lvl2pPr algn="ctr">
              <a:defRPr sz="1875" b="1">
                <a:solidFill>
                  <a:srgbClr val="1E6654"/>
                </a:solidFill>
                <a:latin typeface="Arial"/>
                <a:ea typeface="Arial"/>
                <a:cs typeface="Arial"/>
              </a:defRPr>
            </a:lvl2pPr>
            <a:lvl3pPr algn="ctr">
              <a:defRPr sz="1875" b="1">
                <a:solidFill>
                  <a:srgbClr val="1E6654"/>
                </a:solidFill>
                <a:latin typeface="Arial"/>
                <a:ea typeface="Arial"/>
                <a:cs typeface="Arial"/>
              </a:defRPr>
            </a:lvl3pPr>
            <a:lvl4pPr algn="ctr">
              <a:defRPr sz="1875" b="1">
                <a:solidFill>
                  <a:srgbClr val="1E6654"/>
                </a:solidFill>
                <a:latin typeface="Arial"/>
                <a:ea typeface="Arial"/>
                <a:cs typeface="Arial"/>
              </a:defRPr>
            </a:lvl4pPr>
            <a:lvl5pPr algn="ctr">
              <a:defRPr sz="1875" b="1">
                <a:solidFill>
                  <a:srgbClr val="1E6654"/>
                </a:solidFill>
                <a:latin typeface="Arial"/>
                <a:ea typeface="Arial"/>
                <a:cs typeface="Arial"/>
              </a:defRPr>
            </a:lvl5pPr>
            <a:lvl6pPr algn="ctr">
              <a:defRPr sz="1875" b="1">
                <a:solidFill>
                  <a:srgbClr val="1E6654"/>
                </a:solidFill>
                <a:latin typeface="Arial"/>
                <a:ea typeface="Arial"/>
                <a:cs typeface="Arial"/>
              </a:defRPr>
            </a:lvl6pPr>
            <a:lvl7pPr algn="ctr">
              <a:defRPr sz="1875" b="1">
                <a:solidFill>
                  <a:srgbClr val="1E6654"/>
                </a:solidFill>
                <a:latin typeface="Arial"/>
                <a:ea typeface="Arial"/>
                <a:cs typeface="Arial"/>
              </a:defRPr>
            </a:lvl7pPr>
            <a:lvl8pPr algn="ctr">
              <a:defRPr sz="1875" b="1">
                <a:solidFill>
                  <a:srgbClr val="1E6654"/>
                </a:solidFill>
                <a:latin typeface="Arial"/>
                <a:ea typeface="Arial"/>
                <a:cs typeface="Arial"/>
              </a:defRPr>
            </a:lvl8pPr>
            <a:lvl9pPr algn="ctr">
              <a:defRPr sz="1875" b="1">
                <a:solidFill>
                  <a:srgbClr val="1E665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875" b="1">
                <a:solidFill>
                  <a:srgbClr val="1E6654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E6654"/>
                </a:solidFill>
                <a:latin typeface="Arial"/>
                <a:ea typeface="Arial"/>
                <a:cs typeface="Arial"/>
              </a:rPr>
              <a:t>Revisão humana</a:t>
            </a:r>
          </a:p>
        </p:txBody>
      </p:sp>
      <p:sp>
        <p:nvSpPr>
          <p:cNvPr id="17" name="station-detail-3">
            <a:extLst xmlns:a="http://schemas.openxmlformats.org/drawingml/2006/main">
              <a:ext uri="{FF2B5EF4-FFF2-40B4-BE49-F238E27FC236}">
                <a16:creationId xmlns:a16="http://schemas.microsoft.com/office/drawing/2014/main" id="{D54BA210-AC34-4B54-AF33-A4567485C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7325" y="5981700"/>
            <a:ext cx="2667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defPPr>
            <a:lvl1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1pPr>
            <a:lvl2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2pPr>
            <a:lvl3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3pPr>
            <a:lvl4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4pPr>
            <a:lvl5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5pPr>
            <a:lvl6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6pPr>
            <a:lvl7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7pPr>
            <a:lvl8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8pPr>
            <a:lvl9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Helena, no caso Rota</a:t>
            </a:r>
          </a:p>
        </p:txBody>
      </p:sp>
      <p:sp>
        <p:nvSpPr>
          <p:cNvPr id="18" name="focus-note-title">
            <a:extLst xmlns:a="http://schemas.openxmlformats.org/drawingml/2006/main">
              <a:ext uri="{FF2B5EF4-FFF2-40B4-BE49-F238E27FC236}">
                <a16:creationId xmlns:a16="http://schemas.microsoft.com/office/drawing/2014/main" id="{1FF0BBB8-F3F6-4929-AF7F-27A24B3C9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1323975"/>
            <a:ext cx="29908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2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E6654"/>
                </a:solidFill>
                <a:latin typeface="Arial"/>
                <a:ea typeface="Arial"/>
                <a:cs typeface="Arial"/>
              </a:rPr>
              <a:t>Helena</a:t>
            </a:r>
          </a:p>
        </p:txBody>
      </p:sp>
      <p:sp>
        <p:nvSpPr>
          <p:cNvPr id="19" name="focus-note-detail">
            <a:extLst xmlns:a="http://schemas.openxmlformats.org/drawingml/2006/main">
              <a:ext uri="{FF2B5EF4-FFF2-40B4-BE49-F238E27FC236}">
                <a16:creationId xmlns:a16="http://schemas.microsoft.com/office/drawing/2014/main" id="{BEA2C5C9-3739-4E68-9F3B-6920A53DD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1943100"/>
            <a:ext cx="29908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defPPr>
            <a:lvl1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1pPr>
            <a:lvl2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2pPr>
            <a:lvl3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3pPr>
            <a:lvl4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4pPr>
            <a:lvl5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5pPr>
            <a:lvl6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6pPr>
            <a:lvl7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7pPr>
            <a:lvl8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8pPr>
            <a:lvl9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Responsável pelo caso Rota.</a:t>
            </a:r>
          </a:p>
          <a:p xmlns:a="http://schemas.openxmlformats.org/drawingml/2006/main">
            <a:pPr algn="l">
              <a:defRPr sz="18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Parecer experimental.</a:t>
            </a:r>
          </a:p>
        </p:txBody>
      </p:sp>
      <p:sp>
        <p:nvSpPr>
          <p:cNvPr id="20" name="human-handoff">
            <a:extLst xmlns:a="http://schemas.openxmlformats.org/drawingml/2006/main">
              <a:ext uri="{FF2B5EF4-FFF2-40B4-BE49-F238E27FC236}">
                <a16:creationId xmlns:a16="http://schemas.microsoft.com/office/drawing/2014/main" id="{3A872671-C84C-4C9B-A7A7-6CB7EF24E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028950"/>
            <a:ext cx="2552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80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defPPr>
            <a:lvl1pPr algn="ctr">
              <a:defRPr sz="180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1pPr>
            <a:lvl2pPr algn="ctr">
              <a:defRPr sz="180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2pPr>
            <a:lvl3pPr algn="ctr">
              <a:defRPr sz="180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3pPr>
            <a:lvl4pPr algn="ctr">
              <a:defRPr sz="180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4pPr>
            <a:lvl5pPr algn="ctr">
              <a:defRPr sz="180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5pPr>
            <a:lvl6pPr algn="ctr">
              <a:defRPr sz="180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6pPr>
            <a:lvl7pPr algn="ctr">
              <a:defRPr sz="180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7pPr>
            <a:lvl8pPr algn="ctr">
              <a:defRPr sz="180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8pPr>
            <a:lvl9pPr algn="ctr">
              <a:defRPr sz="180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80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E6654"/>
                </a:solidFill>
                <a:latin typeface="Arial"/>
                <a:ea typeface="Arial"/>
                <a:cs typeface="Arial"/>
              </a:rPr>
              <a:t>Caso e parecer</a:t>
            </a:r>
          </a:p>
        </p:txBody>
      </p:sp>
      <p:cxnSp>
        <p:nvCxnSpPr>
          <p:cNvPr id="21" name="human-handoff-link">
            <a:extLst xmlns:a="http://schemas.openxmlformats.org/drawingml/2006/main">
              <a:ext uri="{FF2B5EF4-FFF2-40B4-BE49-F238E27FC236}">
                <a16:creationId xmlns:a16="http://schemas.microsoft.com/office/drawing/2014/main" id="{314ABA26-7E20-4A09-83C9-1662FE88AA06}"/>
              </a:ext>
            </a:extLst>
          </p:cNvPr>
          <p:cNvCxnSpPr/>
          <p:nvPr/>
        </p:nvCxnSpPr>
        <p:spPr>
          <a:xfrm xmlns:a="http://schemas.openxmlformats.org/drawingml/2006/main">
            <a:off x="10410825" y="3486150"/>
            <a:ext cx="0" cy="323850"/>
          </a:xfrm>
          <a:prstGeom xmlns:a="http://schemas.openxmlformats.org/drawingml/2006/main" prst="straightConnector1">
            <a:avLst/>
          </a:prstGeom>
          <a:ln xmlns:a="http://schemas.openxmlformats.org/drawingml/2006/main" w="12383">
            <a:solidFill>
              <a:srgbClr val="1E6654"/>
            </a:solidFill>
            <a:prstDash val="solid"/>
            <a:tailEnd type="triangle" w="sm" len="sm"/>
          </a:ln>
        </p:spPr>
      </p:cxnSp>
      <p:sp>
        <p:nvSpPr>
          <p:cNvPr id="22" name="human-boundary">
            <a:extLst xmlns:a="http://schemas.openxmlformats.org/drawingml/2006/main">
              <a:ext uri="{FF2B5EF4-FFF2-40B4-BE49-F238E27FC236}">
                <a16:creationId xmlns:a16="http://schemas.microsoft.com/office/drawing/2014/main" id="{3BDCA282-7314-4877-B246-CB2D31AEC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952750"/>
            <a:ext cx="7143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defPPr>
            <a:lvl1pPr algn="l">
              <a:defRPr sz="18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1pPr>
            <a:lvl2pPr algn="l">
              <a:defRPr sz="18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2pPr>
            <a:lvl3pPr algn="l">
              <a:defRPr sz="18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3pPr>
            <a:lvl4pPr algn="l">
              <a:defRPr sz="18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4pPr>
            <a:lvl5pPr algn="l">
              <a:defRPr sz="18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5pPr>
            <a:lvl6pPr algn="l">
              <a:defRPr sz="18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6pPr>
            <a:lvl7pPr algn="l">
              <a:defRPr sz="18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7pPr>
            <a:lvl8pPr algn="l">
              <a:defRPr sz="18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8pPr>
            <a:lvl9pPr algn="l">
              <a:defRPr sz="18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Os valores permanecem vinculados à apuração.</a:t>
            </a:r>
          </a:p>
        </p:txBody>
      </p:sp>
    </p:spTree>
    <p:extLst>
      <p:ext uri="{BB962C8B-B14F-4D97-AF65-F5344CB8AC3E}">
        <p14:creationId xmlns:p14="http://schemas.microsoft.com/office/powerpoint/2010/main" val="311332147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6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177AB0F-53E5-4145-972A-182E46B9EC4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8f0757da31b4794">
            <a:extLst>
              <a:ext uri="{96DAC541-7B7A-43D3-8B79-37D633B846F1}">
                <asvg:svgBlip xmlns:asvg="http://schemas.microsoft.com/office/drawing/2016/SVG/main" r:embed="R3a87041435a94b2f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38200" y="485775"/>
            <a:ext cx="1000125" cy="209550"/>
          </a:xfrm>
          <a:prstGeom xmlns:a="http://schemas.openxmlformats.org/drawingml/2006/main" prst="rect">
            <a:avLst/>
          </a:prstGeom>
        </p:spPr>
      </p:pic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301CB2EF-8E11-46B4-9A38-61A4B6B08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504825"/>
            <a:ext cx="3524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defPPr>
            <a:lvl1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1pPr>
            <a:lvl2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2pPr>
            <a:lvl3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3pPr>
            <a:lvl4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4pPr>
            <a:lvl5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5pPr>
            <a:lvl6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6pPr>
            <a:lvl7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7pPr>
            <a:lvl8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8pPr>
            <a:lvl9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pPr>
            <a:r>
              <a: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rPr>
              <a:t>RESULTADOS</a:t>
            </a:r>
          </a:p>
        </p:txBody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E11CAE86-4D84-4B17-887A-F68B421DD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53175"/>
            <a:ext cx="304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defPPr>
            <a:lvl1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1pPr>
            <a:lvl2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2pPr>
            <a:lvl3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3pPr>
            <a:lvl4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4pPr>
            <a:lvl5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5pPr>
            <a:lvl6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6pPr>
            <a:lvl7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7pPr>
            <a:lvl8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8pPr>
            <a:lvl9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pPr>
            <a:r>
              <a: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rPr>
              <a:t>26</a:t>
            </a:r>
          </a:p>
        </p:txBody>
      </p:sp>
      <p:sp>
        <p:nvSpPr>
          <p:cNvPr id="4" name="evidence-heading">
            <a:extLst xmlns:a="http://schemas.openxmlformats.org/drawingml/2006/main">
              <a:ext uri="{FF2B5EF4-FFF2-40B4-BE49-F238E27FC236}">
                <a16:creationId xmlns:a16="http://schemas.microsoft.com/office/drawing/2014/main" id="{F46AB27F-C085-4F8E-9CC0-7B1E342B7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266825"/>
            <a:ext cx="105156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defPPr>
            <a:lvl1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1pPr>
            <a:lvl2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2pPr>
            <a:lvl3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3pPr>
            <a:lvl4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4pPr>
            <a:lvl5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5pPr>
            <a:lvl6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6pPr>
            <a:lvl7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7pPr>
            <a:lvl8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8pPr>
            <a:lvl9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pPr>
            <a:r>
              <a:rPr sz="3750" b="0">
                <a:solidFill>
                  <a:srgbClr val="132B2A"/>
                </a:solidFill>
                <a:latin typeface="Arial"/>
                <a:ea typeface="Arial"/>
                <a:cs typeface="Arial"/>
              </a:rPr>
              <a:t>Comissão de checkout</a:t>
            </a:r>
          </a:p>
        </p:txBody>
      </p:sp>
      <p:sp>
        <p:nvSpPr>
          <p:cNvPr id="5" name="evidence-heading-second">
            <a:extLst xmlns:a="http://schemas.openxmlformats.org/drawingml/2006/main">
              <a:ext uri="{FF2B5EF4-FFF2-40B4-BE49-F238E27FC236}">
                <a16:creationId xmlns:a16="http://schemas.microsoft.com/office/drawing/2014/main" id="{B3040E08-5CEA-474B-BA5E-B8A3F26A1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95475"/>
            <a:ext cx="105156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defPPr>
            <a:lvl1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1pPr>
            <a:lvl2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2pPr>
            <a:lvl3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3pPr>
            <a:lvl4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4pPr>
            <a:lvl5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5pPr>
            <a:lvl6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6pPr>
            <a:lvl7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7pPr>
            <a:lvl8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8pPr>
            <a:lvl9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pPr>
            <a:r>
              <a:rPr sz="3750" b="0">
                <a:solidFill>
                  <a:srgbClr val="1E6654"/>
                </a:solidFill>
                <a:latin typeface="Arial"/>
                <a:ea typeface="Arial"/>
                <a:cs typeface="Arial"/>
              </a:rPr>
              <a:t>apurada em setembro</a:t>
            </a:r>
          </a:p>
        </p:txBody>
      </p:sp>
      <p:sp>
        <p:nvSpPr>
          <p:cNvPr id="6" name="financial-value">
            <a:extLst xmlns:a="http://schemas.openxmlformats.org/drawingml/2006/main">
              <a:ext uri="{FF2B5EF4-FFF2-40B4-BE49-F238E27FC236}">
                <a16:creationId xmlns:a16="http://schemas.microsoft.com/office/drawing/2014/main" id="{21087291-3010-4A65-8238-99D843305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152775"/>
            <a:ext cx="80962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58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defPPr>
            <a:lvl1pPr algn="l">
              <a:defRPr sz="58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1pPr>
            <a:lvl2pPr algn="l">
              <a:defRPr sz="58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2pPr>
            <a:lvl3pPr algn="l">
              <a:defRPr sz="58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3pPr>
            <a:lvl4pPr algn="l">
              <a:defRPr sz="58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4pPr>
            <a:lvl5pPr algn="l">
              <a:defRPr sz="58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5pPr>
            <a:lvl6pPr algn="l">
              <a:defRPr sz="58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6pPr>
            <a:lvl7pPr algn="l">
              <a:defRPr sz="58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7pPr>
            <a:lvl8pPr algn="l">
              <a:defRPr sz="58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8pPr>
            <a:lvl9pPr algn="l">
              <a:defRPr sz="58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58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pPr>
            <a:r>
              <a:rPr sz="5850" b="0">
                <a:solidFill>
                  <a:srgbClr val="1E6654"/>
                </a:solidFill>
                <a:latin typeface="Arial"/>
                <a:ea typeface="Arial"/>
                <a:cs typeface="Arial"/>
              </a:rPr>
              <a:t>R$ 203.735,34</a:t>
            </a:r>
          </a:p>
        </p:txBody>
      </p:sp>
      <p:sp>
        <p:nvSpPr>
          <p:cNvPr id="7" name="financial-meaning">
            <a:extLst xmlns:a="http://schemas.openxmlformats.org/drawingml/2006/main">
              <a:ext uri="{FF2B5EF4-FFF2-40B4-BE49-F238E27FC236}">
                <a16:creationId xmlns:a16="http://schemas.microsoft.com/office/drawing/2014/main" id="{B7BBF9F2-21AC-4123-88FE-97D5FF8FB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724400"/>
            <a:ext cx="78105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2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Condição contratada</a:t>
            </a:r>
          </a:p>
          <a:p xmlns:a="http://schemas.openxmlformats.org/drawingml/2006/main">
            <a:pPr algn="l">
              <a:defRPr sz="22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por operação</a:t>
            </a:r>
          </a:p>
        </p:txBody>
      </p:sp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DC6A3EA-0B44-45C5-BBD8-0DB9B24E127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fed6387b56e46e4"/>
          <a:srcRect xmlns:a="http://schemas.openxmlformats.org/drawingml/2006/main" l="18780" t="2580" r="11530" b="2950"/>
          <a:stretch xmlns:a="http://schemas.openxmlformats.org/drawingml/2006/main"/>
        </p:blipFill>
        <p:spPr>
          <a:xfrm xmlns:a="http://schemas.openxmlformats.org/drawingml/2006/main">
            <a:off x="9077325" y="3114675"/>
            <a:ext cx="2143125" cy="2552700"/>
          </a:xfrm>
          <a:prstGeom xmlns:a="http://schemas.openxmlformats.org/drawingml/2006/main" prst="rect">
            <a:avLst/>
          </a:prstGeom>
        </p:spPr>
      </p:pic>
      <p:sp>
        <p:nvSpPr>
          <p:cNvPr id="9" name="evidence-qualifier">
            <a:extLst xmlns:a="http://schemas.openxmlformats.org/drawingml/2006/main">
              <a:ext uri="{FF2B5EF4-FFF2-40B4-BE49-F238E27FC236}">
                <a16:creationId xmlns:a16="http://schemas.microsoft.com/office/drawing/2014/main" id="{27FD2391-4514-463A-BD4D-019DD7C92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191250"/>
            <a:ext cx="100012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Setembro/2026 · comissões por lojista</a:t>
            </a:r>
          </a:p>
        </p:txBody>
      </p:sp>
    </p:spTree>
    <p:extLst>
      <p:ext uri="{BB962C8B-B14F-4D97-AF65-F5344CB8AC3E}">
        <p14:creationId xmlns:p14="http://schemas.microsoft.com/office/powerpoint/2010/main" val="344040472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6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C3575A3-6D01-4FBA-B444-BA0C105F33E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1c532deb48843a9">
            <a:extLst>
              <a:ext uri="{96DAC541-7B7A-43D3-8B79-37D633B846F1}">
                <asvg:svgBlip xmlns:asvg="http://schemas.microsoft.com/office/drawing/2016/SVG/main" r:embed="R3663dbf9fe93451a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38200" y="485775"/>
            <a:ext cx="1000125" cy="209550"/>
          </a:xfrm>
          <a:prstGeom xmlns:a="http://schemas.openxmlformats.org/drawingml/2006/main" prst="rect">
            <a:avLst/>
          </a:prstGeom>
        </p:spPr>
      </p:pic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F1EFF91E-2E5C-43E2-B777-C2B502137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504825"/>
            <a:ext cx="3524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defPPr>
            <a:lvl1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1pPr>
            <a:lvl2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2pPr>
            <a:lvl3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3pPr>
            <a:lvl4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4pPr>
            <a:lvl5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5pPr>
            <a:lvl6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6pPr>
            <a:lvl7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7pPr>
            <a:lvl8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8pPr>
            <a:lvl9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pPr>
            <a:r>
              <a: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rPr>
              <a:t>RESULTADOS</a:t>
            </a:r>
          </a:p>
        </p:txBody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4A25B2AE-1792-420B-8E42-FBE271851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53175"/>
            <a:ext cx="304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defPPr>
            <a:lvl1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1pPr>
            <a:lvl2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2pPr>
            <a:lvl3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3pPr>
            <a:lvl4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4pPr>
            <a:lvl5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5pPr>
            <a:lvl6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6pPr>
            <a:lvl7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7pPr>
            <a:lvl8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8pPr>
            <a:lvl9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pPr>
            <a:r>
              <a: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rPr>
              <a:t>27</a:t>
            </a:r>
          </a:p>
        </p:txBody>
      </p:sp>
      <p:sp>
        <p:nvSpPr>
          <p:cNvPr id="4" name="evidence-heading">
            <a:extLst xmlns:a="http://schemas.openxmlformats.org/drawingml/2006/main">
              <a:ext uri="{FF2B5EF4-FFF2-40B4-BE49-F238E27FC236}">
                <a16:creationId xmlns:a16="http://schemas.microsoft.com/office/drawing/2014/main" id="{42797653-50EC-4D80-8C85-393536BF0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266825"/>
            <a:ext cx="105156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defPPr>
            <a:lvl1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1pPr>
            <a:lvl2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2pPr>
            <a:lvl3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3pPr>
            <a:lvl4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4pPr>
            <a:lvl5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5pPr>
            <a:lvl6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6pPr>
            <a:lvl7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7pPr>
            <a:lvl8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8pPr>
            <a:lvl9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pPr>
            <a:r>
              <a:rPr sz="3750" b="0">
                <a:solidFill>
                  <a:srgbClr val="132B2A"/>
                </a:solidFill>
                <a:latin typeface="Arial"/>
                <a:ea typeface="Arial"/>
                <a:cs typeface="Arial"/>
              </a:rPr>
              <a:t>Comissão de remessas</a:t>
            </a:r>
          </a:p>
        </p:txBody>
      </p:sp>
      <p:sp>
        <p:nvSpPr>
          <p:cNvPr id="5" name="evidence-heading-second">
            <a:extLst xmlns:a="http://schemas.openxmlformats.org/drawingml/2006/main">
              <a:ext uri="{FF2B5EF4-FFF2-40B4-BE49-F238E27FC236}">
                <a16:creationId xmlns:a16="http://schemas.microsoft.com/office/drawing/2014/main" id="{3B87EA1B-F9B7-4EDE-BFC5-E191EFDB1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95475"/>
            <a:ext cx="105156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defPPr>
            <a:lvl1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1pPr>
            <a:lvl2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2pPr>
            <a:lvl3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3pPr>
            <a:lvl4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4pPr>
            <a:lvl5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5pPr>
            <a:lvl6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6pPr>
            <a:lvl7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7pPr>
            <a:lvl8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8pPr>
            <a:lvl9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pPr>
            <a:r>
              <a:rPr sz="3750" b="0">
                <a:solidFill>
                  <a:srgbClr val="1E6654"/>
                </a:solidFill>
                <a:latin typeface="Arial"/>
                <a:ea typeface="Arial"/>
                <a:cs typeface="Arial"/>
              </a:rPr>
              <a:t>apurada em setembro</a:t>
            </a:r>
          </a:p>
        </p:txBody>
      </p:sp>
      <p:sp>
        <p:nvSpPr>
          <p:cNvPr id="6" name="financial-value">
            <a:extLst xmlns:a="http://schemas.openxmlformats.org/drawingml/2006/main">
              <a:ext uri="{FF2B5EF4-FFF2-40B4-BE49-F238E27FC236}">
                <a16:creationId xmlns:a16="http://schemas.microsoft.com/office/drawing/2014/main" id="{D97EBB16-F093-491F-B670-CE6E640AD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152775"/>
            <a:ext cx="80962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58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defPPr>
            <a:lvl1pPr algn="l">
              <a:defRPr sz="58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1pPr>
            <a:lvl2pPr algn="l">
              <a:defRPr sz="58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2pPr>
            <a:lvl3pPr algn="l">
              <a:defRPr sz="58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3pPr>
            <a:lvl4pPr algn="l">
              <a:defRPr sz="58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4pPr>
            <a:lvl5pPr algn="l">
              <a:defRPr sz="58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5pPr>
            <a:lvl6pPr algn="l">
              <a:defRPr sz="58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6pPr>
            <a:lvl7pPr algn="l">
              <a:defRPr sz="58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7pPr>
            <a:lvl8pPr algn="l">
              <a:defRPr sz="58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8pPr>
            <a:lvl9pPr algn="l">
              <a:defRPr sz="58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58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pPr>
            <a:r>
              <a:rPr sz="5850" b="0">
                <a:solidFill>
                  <a:srgbClr val="1E6654"/>
                </a:solidFill>
                <a:latin typeface="Arial"/>
                <a:ea typeface="Arial"/>
                <a:cs typeface="Arial"/>
              </a:rPr>
              <a:t>R$ 39.543,45</a:t>
            </a:r>
          </a:p>
        </p:txBody>
      </p:sp>
      <p:sp>
        <p:nvSpPr>
          <p:cNvPr id="7" name="financial-meaning">
            <a:extLst xmlns:a="http://schemas.openxmlformats.org/drawingml/2006/main">
              <a:ext uri="{FF2B5EF4-FFF2-40B4-BE49-F238E27FC236}">
                <a16:creationId xmlns:a16="http://schemas.microsoft.com/office/drawing/2014/main" id="{048C2784-AA65-4C0D-B272-CA0884AAE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724400"/>
            <a:ext cx="78105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2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50% do spread</a:t>
            </a:r>
          </a:p>
          <a:p xmlns:a="http://schemas.openxmlformats.org/drawingml/2006/main">
            <a:pPr algn="l">
              <a:defRPr sz="22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realizado elegível</a:t>
            </a:r>
          </a:p>
        </p:txBody>
      </p:sp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02332E5-A127-489E-AB7A-493EF6F9B00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e39958835da4eb1"/>
          <a:stretch xmlns:a="http://schemas.openxmlformats.org/drawingml/2006/main"/>
        </p:blipFill>
        <p:spPr>
          <a:xfrm xmlns:a="http://schemas.openxmlformats.org/drawingml/2006/main">
            <a:off x="9077325" y="3587353"/>
            <a:ext cx="2143125" cy="1607344"/>
          </a:xfrm>
          <a:prstGeom xmlns:a="http://schemas.openxmlformats.org/drawingml/2006/main" prst="rect">
            <a:avLst/>
          </a:prstGeom>
        </p:spPr>
      </p:pic>
      <p:sp>
        <p:nvSpPr>
          <p:cNvPr id="9" name="evidence-qualifier">
            <a:extLst xmlns:a="http://schemas.openxmlformats.org/drawingml/2006/main">
              <a:ext uri="{FF2B5EF4-FFF2-40B4-BE49-F238E27FC236}">
                <a16:creationId xmlns:a16="http://schemas.microsoft.com/office/drawing/2014/main" id="{11D2F31A-4367-4C78-BE12-4C73EC503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191250"/>
            <a:ext cx="100012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Setembro/2026 · comissão a receber</a:t>
            </a:r>
          </a:p>
        </p:txBody>
      </p:sp>
    </p:spTree>
    <p:extLst>
      <p:ext uri="{BB962C8B-B14F-4D97-AF65-F5344CB8AC3E}">
        <p14:creationId xmlns:p14="http://schemas.microsoft.com/office/powerpoint/2010/main" val="883780518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6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2D7838E-473D-4605-A67F-915CF06A89C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5d68e874d64d57">
            <a:extLst>
              <a:ext uri="{96DAC541-7B7A-43D3-8B79-37D633B846F1}">
                <asvg:svgBlip xmlns:asvg="http://schemas.microsoft.com/office/drawing/2016/SVG/main" r:embed="Rf686d0d258ca4611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38200" y="485775"/>
            <a:ext cx="1000125" cy="209550"/>
          </a:xfrm>
          <a:prstGeom xmlns:a="http://schemas.openxmlformats.org/drawingml/2006/main" prst="rect">
            <a:avLst/>
          </a:prstGeom>
        </p:spPr>
      </p:pic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C5DB6E06-FFE3-40EF-BCBB-A7B4F5979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504825"/>
            <a:ext cx="3524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defPPr>
            <a:lvl1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1pPr>
            <a:lvl2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2pPr>
            <a:lvl3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3pPr>
            <a:lvl4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4pPr>
            <a:lvl5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5pPr>
            <a:lvl6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6pPr>
            <a:lvl7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7pPr>
            <a:lvl8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8pPr>
            <a:lvl9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pPr>
            <a:r>
              <a: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rPr>
              <a:t>RESULTADOS</a:t>
            </a:r>
          </a:p>
        </p:txBody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F74EAE89-B673-4B0D-8911-2F7F4DE52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53175"/>
            <a:ext cx="304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defPPr>
            <a:lvl1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1pPr>
            <a:lvl2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2pPr>
            <a:lvl3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3pPr>
            <a:lvl4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4pPr>
            <a:lvl5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5pPr>
            <a:lvl6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6pPr>
            <a:lvl7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7pPr>
            <a:lvl8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8pPr>
            <a:lvl9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pPr>
            <a:r>
              <a: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rPr>
              <a:t>28</a:t>
            </a:r>
          </a:p>
        </p:txBody>
      </p:sp>
      <p:sp>
        <p:nvSpPr>
          <p:cNvPr id="4" name="evidence-heading">
            <a:extLst xmlns:a="http://schemas.openxmlformats.org/drawingml/2006/main">
              <a:ext uri="{FF2B5EF4-FFF2-40B4-BE49-F238E27FC236}">
                <a16:creationId xmlns:a16="http://schemas.microsoft.com/office/drawing/2014/main" id="{C9B2916C-73A0-4383-BC66-4A58CC0B1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266825"/>
            <a:ext cx="105156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defPPr>
            <a:lvl1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1pPr>
            <a:lvl2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2pPr>
            <a:lvl3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3pPr>
            <a:lvl4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4pPr>
            <a:lvl5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5pPr>
            <a:lvl6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6pPr>
            <a:lvl7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7pPr>
            <a:lvl8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8pPr>
            <a:lvl9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pPr>
            <a:r>
              <a:rPr sz="3750" b="0">
                <a:solidFill>
                  <a:srgbClr val="132B2A"/>
                </a:solidFill>
                <a:latin typeface="Arial"/>
                <a:ea typeface="Arial"/>
                <a:cs typeface="Arial"/>
              </a:rPr>
              <a:t>Notas propostas</a:t>
            </a:r>
          </a:p>
        </p:txBody>
      </p:sp>
      <p:sp>
        <p:nvSpPr>
          <p:cNvPr id="5" name="evidence-heading-second">
            <a:extLst xmlns:a="http://schemas.openxmlformats.org/drawingml/2006/main">
              <a:ext uri="{FF2B5EF4-FFF2-40B4-BE49-F238E27FC236}">
                <a16:creationId xmlns:a16="http://schemas.microsoft.com/office/drawing/2014/main" id="{BC99687B-AFD4-4EBB-8A44-2F9BAF0C6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95475"/>
            <a:ext cx="105156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defPPr>
            <a:lvl1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1pPr>
            <a:lvl2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2pPr>
            <a:lvl3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3pPr>
            <a:lvl4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4pPr>
            <a:lvl5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5pPr>
            <a:lvl6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6pPr>
            <a:lvl7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7pPr>
            <a:lvl8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8pPr>
            <a:lvl9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pPr>
            <a:r>
              <a:rPr sz="3750" b="0">
                <a:solidFill>
                  <a:srgbClr val="1E6654"/>
                </a:solidFill>
                <a:latin typeface="Arial"/>
                <a:ea typeface="Arial"/>
                <a:cs typeface="Arial"/>
              </a:rPr>
              <a:t>para revisão do financeiro</a:t>
            </a:r>
          </a:p>
        </p:txBody>
      </p:sp>
      <p:sp>
        <p:nvSpPr>
          <p:cNvPr id="6" name="financial-value">
            <a:extLst xmlns:a="http://schemas.openxmlformats.org/drawingml/2006/main">
              <a:ext uri="{FF2B5EF4-FFF2-40B4-BE49-F238E27FC236}">
                <a16:creationId xmlns:a16="http://schemas.microsoft.com/office/drawing/2014/main" id="{831E2AFB-C014-4EE7-BA88-F6D6B9EDD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152775"/>
            <a:ext cx="80962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58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defPPr>
            <a:lvl1pPr algn="l">
              <a:defRPr sz="58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1pPr>
            <a:lvl2pPr algn="l">
              <a:defRPr sz="58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2pPr>
            <a:lvl3pPr algn="l">
              <a:defRPr sz="58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3pPr>
            <a:lvl4pPr algn="l">
              <a:defRPr sz="58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4pPr>
            <a:lvl5pPr algn="l">
              <a:defRPr sz="58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5pPr>
            <a:lvl6pPr algn="l">
              <a:defRPr sz="58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6pPr>
            <a:lvl7pPr algn="l">
              <a:defRPr sz="58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7pPr>
            <a:lvl8pPr algn="l">
              <a:defRPr sz="58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8pPr>
            <a:lvl9pPr algn="l">
              <a:defRPr sz="58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58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pPr>
            <a:r>
              <a:rPr sz="5850" b="0">
                <a:solidFill>
                  <a:srgbClr val="1E6654"/>
                </a:solidFill>
                <a:latin typeface="Arial"/>
                <a:ea typeface="Arial"/>
                <a:cs typeface="Arial"/>
              </a:rPr>
              <a:t>R$ 243.284,29</a:t>
            </a:r>
          </a:p>
        </p:txBody>
      </p:sp>
      <p:sp>
        <p:nvSpPr>
          <p:cNvPr id="7" name="financial-meaning">
            <a:extLst xmlns:a="http://schemas.openxmlformats.org/drawingml/2006/main">
              <a:ext uri="{FF2B5EF4-FFF2-40B4-BE49-F238E27FC236}">
                <a16:creationId xmlns:a16="http://schemas.microsoft.com/office/drawing/2014/main" id="{A1E7F01E-33CF-4DAA-8AD3-44E5C2A72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724400"/>
            <a:ext cx="78105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2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21 notas</a:t>
            </a:r>
          </a:p>
          <a:p xmlns:a="http://schemas.openxmlformats.org/drawingml/2006/main">
            <a:pPr algn="l">
              <a:defRPr sz="22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preparadas</a:t>
            </a:r>
          </a:p>
        </p:txBody>
      </p:sp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3606F1E-6E93-4760-A820-E34173EB3BF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9e140389100477b"/>
          <a:srcRect xmlns:a="http://schemas.openxmlformats.org/drawingml/2006/main" l="18780" t="2580" r="11530" b="2950"/>
          <a:stretch xmlns:a="http://schemas.openxmlformats.org/drawingml/2006/main"/>
        </p:blipFill>
        <p:spPr>
          <a:xfrm xmlns:a="http://schemas.openxmlformats.org/drawingml/2006/main">
            <a:off x="9077325" y="3114675"/>
            <a:ext cx="2143125" cy="2552700"/>
          </a:xfrm>
          <a:prstGeom xmlns:a="http://schemas.openxmlformats.org/drawingml/2006/main" prst="rect">
            <a:avLst/>
          </a:prstGeom>
        </p:spPr>
      </p:pic>
      <p:sp>
        <p:nvSpPr>
          <p:cNvPr id="9" name="evidence-qualifier">
            <a:extLst xmlns:a="http://schemas.openxmlformats.org/drawingml/2006/main">
              <a:ext uri="{FF2B5EF4-FFF2-40B4-BE49-F238E27FC236}">
                <a16:creationId xmlns:a16="http://schemas.microsoft.com/office/drawing/2014/main" id="{1EDA9E42-D7F7-484B-A641-BD83250A4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191250"/>
            <a:ext cx="100012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Setembro/2026 · documentos fiscais ainda não emitidos</a:t>
            </a:r>
          </a:p>
        </p:txBody>
      </p:sp>
    </p:spTree>
    <p:extLst>
      <p:ext uri="{BB962C8B-B14F-4D97-AF65-F5344CB8AC3E}">
        <p14:creationId xmlns:p14="http://schemas.microsoft.com/office/powerpoint/2010/main" val="1347968992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6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528ED73-6A55-4EEF-A56F-20C7AA4B698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e1abed27aa14029">
            <a:extLst>
              <a:ext uri="{96DAC541-7B7A-43D3-8B79-37D633B846F1}">
                <asvg:svgBlip xmlns:asvg="http://schemas.microsoft.com/office/drawing/2016/SVG/main" r:embed="Rc97a82f446e44cef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38200" y="485775"/>
            <a:ext cx="1000125" cy="209550"/>
          </a:xfrm>
          <a:prstGeom xmlns:a="http://schemas.openxmlformats.org/drawingml/2006/main" prst="rect">
            <a:avLst/>
          </a:prstGeom>
        </p:spPr>
      </p:pic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E60D78F6-21F2-4749-B983-7693FE1D1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504825"/>
            <a:ext cx="3524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defPPr>
            <a:lvl1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1pPr>
            <a:lvl2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2pPr>
            <a:lvl3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3pPr>
            <a:lvl4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4pPr>
            <a:lvl5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5pPr>
            <a:lvl6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6pPr>
            <a:lvl7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7pPr>
            <a:lvl8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8pPr>
            <a:lvl9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pPr>
            <a:r>
              <a: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rPr>
              <a:t>VALORES EM REVISÃO</a:t>
            </a:r>
          </a:p>
        </p:txBody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EB4458AD-3B33-46DD-B814-769699738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53175"/>
            <a:ext cx="304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defPPr>
            <a:lvl1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1pPr>
            <a:lvl2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2pPr>
            <a:lvl3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3pPr>
            <a:lvl4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4pPr>
            <a:lvl5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5pPr>
            <a:lvl6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6pPr>
            <a:lvl7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7pPr>
            <a:lvl8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8pPr>
            <a:lvl9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pPr>
            <a:r>
              <a: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rPr>
              <a:t>29</a:t>
            </a:r>
          </a:p>
        </p:txBody>
      </p:sp>
      <p:sp>
        <p:nvSpPr>
          <p:cNvPr id="4" name="evidence-heading">
            <a:extLst xmlns:a="http://schemas.openxmlformats.org/drawingml/2006/main">
              <a:ext uri="{FF2B5EF4-FFF2-40B4-BE49-F238E27FC236}">
                <a16:creationId xmlns:a16="http://schemas.microsoft.com/office/drawing/2014/main" id="{5BE20414-19D0-4CB4-BA85-90B27A4AF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266825"/>
            <a:ext cx="105156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defPPr>
            <a:lvl1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1pPr>
            <a:lvl2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2pPr>
            <a:lvl3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3pPr>
            <a:lvl4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4pPr>
            <a:lvl5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5pPr>
            <a:lvl6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6pPr>
            <a:lvl7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7pPr>
            <a:lvl8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8pPr>
            <a:lvl9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pPr>
            <a:r>
              <a:rPr sz="3750" b="0">
                <a:solidFill>
                  <a:srgbClr val="132B2A"/>
                </a:solidFill>
                <a:latin typeface="Arial"/>
                <a:ea typeface="Arial"/>
                <a:cs typeface="Arial"/>
              </a:rPr>
              <a:t>Diferenças líquidas</a:t>
            </a:r>
          </a:p>
        </p:txBody>
      </p:sp>
      <p:sp>
        <p:nvSpPr>
          <p:cNvPr id="5" name="evidence-heading-second">
            <a:extLst xmlns:a="http://schemas.openxmlformats.org/drawingml/2006/main">
              <a:ext uri="{FF2B5EF4-FFF2-40B4-BE49-F238E27FC236}">
                <a16:creationId xmlns:a16="http://schemas.microsoft.com/office/drawing/2014/main" id="{56C0D9C2-094C-4538-A358-1DB12635A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95475"/>
            <a:ext cx="105156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defPPr>
            <a:lvl1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1pPr>
            <a:lvl2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2pPr>
            <a:lvl3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3pPr>
            <a:lvl4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4pPr>
            <a:lvl5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5pPr>
            <a:lvl6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6pPr>
            <a:lvl7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7pPr>
            <a:lvl8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8pPr>
            <a:lvl9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pPr>
            <a:r>
              <a:rPr sz="3750" b="0">
                <a:solidFill>
                  <a:srgbClr val="1E6654"/>
                </a:solidFill>
                <a:latin typeface="Arial"/>
                <a:ea typeface="Arial"/>
                <a:cs typeface="Arial"/>
              </a:rPr>
              <a:t>a revisar com a Orbe</a:t>
            </a:r>
          </a:p>
        </p:txBody>
      </p:sp>
      <p:sp>
        <p:nvSpPr>
          <p:cNvPr id="6" name="financial-value">
            <a:extLst xmlns:a="http://schemas.openxmlformats.org/drawingml/2006/main">
              <a:ext uri="{FF2B5EF4-FFF2-40B4-BE49-F238E27FC236}">
                <a16:creationId xmlns:a16="http://schemas.microsoft.com/office/drawing/2014/main" id="{BFD111A6-276C-4573-A3E2-0DF867A90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152775"/>
            <a:ext cx="80962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58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defPPr>
            <a:lvl1pPr algn="l">
              <a:defRPr sz="58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1pPr>
            <a:lvl2pPr algn="l">
              <a:defRPr sz="58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2pPr>
            <a:lvl3pPr algn="l">
              <a:defRPr sz="58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3pPr>
            <a:lvl4pPr algn="l">
              <a:defRPr sz="58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4pPr>
            <a:lvl5pPr algn="l">
              <a:defRPr sz="58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5pPr>
            <a:lvl6pPr algn="l">
              <a:defRPr sz="58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6pPr>
            <a:lvl7pPr algn="l">
              <a:defRPr sz="58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7pPr>
            <a:lvl8pPr algn="l">
              <a:defRPr sz="58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8pPr>
            <a:lvl9pPr algn="l">
              <a:defRPr sz="58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58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pPr>
            <a:r>
              <a:rPr sz="5850" b="0">
                <a:solidFill>
                  <a:srgbClr val="1E6654"/>
                </a:solidFill>
                <a:latin typeface="Arial"/>
                <a:ea typeface="Arial"/>
                <a:cs typeface="Arial"/>
              </a:rPr>
              <a:t>R$ 1.576,23</a:t>
            </a:r>
          </a:p>
        </p:txBody>
      </p:sp>
      <p:sp>
        <p:nvSpPr>
          <p:cNvPr id="7" name="financial-meaning">
            <a:extLst xmlns:a="http://schemas.openxmlformats.org/drawingml/2006/main">
              <a:ext uri="{FF2B5EF4-FFF2-40B4-BE49-F238E27FC236}">
                <a16:creationId xmlns:a16="http://schemas.microsoft.com/office/drawing/2014/main" id="{D8752A49-2A68-465B-90AD-CB909A35B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724400"/>
            <a:ext cx="78105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2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Rota: R$ 1.546,28</a:t>
            </a:r>
          </a:p>
          <a:p xmlns:a="http://schemas.openxmlformats.org/drawingml/2006/main">
            <a:pPr algn="l">
              <a:defRPr sz="22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Outro caso: R$ 29,95</a:t>
            </a:r>
          </a:p>
        </p:txBody>
      </p:sp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5707B2D-CAA8-4E45-A054-3A484AE8B22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eea72cee244fb8"/>
          <a:srcRect xmlns:a="http://schemas.openxmlformats.org/drawingml/2006/main" l="18780" t="2580" r="11530" b="2950"/>
          <a:stretch xmlns:a="http://schemas.openxmlformats.org/drawingml/2006/main"/>
        </p:blipFill>
        <p:spPr>
          <a:xfrm xmlns:a="http://schemas.openxmlformats.org/drawingml/2006/main">
            <a:off x="9077325" y="3114675"/>
            <a:ext cx="2143125" cy="2552700"/>
          </a:xfrm>
          <a:prstGeom xmlns:a="http://schemas.openxmlformats.org/drawingml/2006/main" prst="rect">
            <a:avLst/>
          </a:prstGeom>
        </p:spPr>
      </p:pic>
      <p:sp>
        <p:nvSpPr>
          <p:cNvPr id="9" name="evidence-qualifier">
            <a:extLst xmlns:a="http://schemas.openxmlformats.org/drawingml/2006/main">
              <a:ext uri="{FF2B5EF4-FFF2-40B4-BE49-F238E27FC236}">
                <a16:creationId xmlns:a16="http://schemas.microsoft.com/office/drawing/2014/main" id="{AC09716B-53D9-43C3-93B8-3338E5E00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191250"/>
            <a:ext cx="100012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Setembro/2026 · rascunhos de contestação não enviados</a:t>
            </a:r>
          </a:p>
        </p:txBody>
      </p:sp>
    </p:spTree>
    <p:extLst>
      <p:ext uri="{BB962C8B-B14F-4D97-AF65-F5344CB8AC3E}">
        <p14:creationId xmlns:p14="http://schemas.microsoft.com/office/powerpoint/2010/main" val="1379516780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6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8DCCDA5-CFDD-4E7E-B91A-F9DBCA4E0EB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cb09881ea0f422e">
            <a:extLst>
              <a:ext uri="{96DAC541-7B7A-43D3-8B79-37D633B846F1}">
                <asvg:svgBlip xmlns:asvg="http://schemas.microsoft.com/office/drawing/2016/SVG/main" r:embed="R5c3f158a189a45d4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38200" y="485775"/>
            <a:ext cx="1000125" cy="209550"/>
          </a:xfrm>
          <a:prstGeom xmlns:a="http://schemas.openxmlformats.org/drawingml/2006/main" prst="rect">
            <a:avLst/>
          </a:prstGeom>
        </p:spPr>
      </p:pic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694DBDEC-7BA9-43B9-AC02-8C83BBACC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504825"/>
            <a:ext cx="3524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defPPr>
            <a:lvl1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1pPr>
            <a:lvl2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2pPr>
            <a:lvl3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3pPr>
            <a:lvl4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4pPr>
            <a:lvl5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5pPr>
            <a:lvl6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6pPr>
            <a:lvl7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7pPr>
            <a:lvl8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8pPr>
            <a:lvl9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pPr>
            <a:r>
              <a: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rPr>
              <a:t>VALORES EM REVISÃO</a:t>
            </a:r>
          </a:p>
        </p:txBody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FC7B116C-CBB5-480D-9F89-25B1E20ED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53175"/>
            <a:ext cx="304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defPPr>
            <a:lvl1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1pPr>
            <a:lvl2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2pPr>
            <a:lvl3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3pPr>
            <a:lvl4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4pPr>
            <a:lvl5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5pPr>
            <a:lvl6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6pPr>
            <a:lvl7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7pPr>
            <a:lvl8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8pPr>
            <a:lvl9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pPr>
            <a:r>
              <a: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rPr>
              <a:t>30</a:t>
            </a:r>
          </a:p>
        </p:txBody>
      </p:sp>
      <p:sp>
        <p:nvSpPr>
          <p:cNvPr id="4" name="evidence-heading">
            <a:extLst xmlns:a="http://schemas.openxmlformats.org/drawingml/2006/main">
              <a:ext uri="{FF2B5EF4-FFF2-40B4-BE49-F238E27FC236}">
                <a16:creationId xmlns:a16="http://schemas.microsoft.com/office/drawing/2014/main" id="{FD4FE5CF-E375-46AD-8E8B-20F746E26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266825"/>
            <a:ext cx="105156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defPPr>
            <a:lvl1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1pPr>
            <a:lvl2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2pPr>
            <a:lvl3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3pPr>
            <a:lvl4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4pPr>
            <a:lvl5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5pPr>
            <a:lvl6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6pPr>
            <a:lvl7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7pPr>
            <a:lvl8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8pPr>
            <a:lvl9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pPr>
            <a:r>
              <a:rPr sz="3750" b="0">
                <a:solidFill>
                  <a:srgbClr val="132B2A"/>
                </a:solidFill>
                <a:latin typeface="Arial"/>
                <a:ea typeface="Arial"/>
                <a:cs typeface="Arial"/>
              </a:rPr>
              <a:t>Excesso de spread</a:t>
            </a:r>
          </a:p>
        </p:txBody>
      </p:sp>
      <p:sp>
        <p:nvSpPr>
          <p:cNvPr id="5" name="evidence-heading-second">
            <a:extLst xmlns:a="http://schemas.openxmlformats.org/drawingml/2006/main">
              <a:ext uri="{FF2B5EF4-FFF2-40B4-BE49-F238E27FC236}">
                <a16:creationId xmlns:a16="http://schemas.microsoft.com/office/drawing/2014/main" id="{1C6FAECD-2299-4EC3-8B53-6A163624A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95475"/>
            <a:ext cx="105156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defPPr>
            <a:lvl1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1pPr>
            <a:lvl2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2pPr>
            <a:lvl3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3pPr>
            <a:lvl4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4pPr>
            <a:lvl5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5pPr>
            <a:lvl6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6pPr>
            <a:lvl7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7pPr>
            <a:lvl8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8pPr>
            <a:lvl9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pPr>
            <a:r>
              <a:rPr sz="3750" b="0">
                <a:solidFill>
                  <a:srgbClr val="1E6654"/>
                </a:solidFill>
                <a:latin typeface="Arial"/>
                <a:ea typeface="Arial"/>
                <a:cs typeface="Arial"/>
              </a:rPr>
              <a:t>a revisar com a Ponte</a:t>
            </a:r>
          </a:p>
        </p:txBody>
      </p:sp>
      <p:sp>
        <p:nvSpPr>
          <p:cNvPr id="6" name="financial-value">
            <a:extLst xmlns:a="http://schemas.openxmlformats.org/drawingml/2006/main">
              <a:ext uri="{FF2B5EF4-FFF2-40B4-BE49-F238E27FC236}">
                <a16:creationId xmlns:a16="http://schemas.microsoft.com/office/drawing/2014/main" id="{D77C24F3-CC5E-483D-AB38-8F0A8A2F1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152775"/>
            <a:ext cx="80962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58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defPPr>
            <a:lvl1pPr algn="l">
              <a:defRPr sz="58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1pPr>
            <a:lvl2pPr algn="l">
              <a:defRPr sz="58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2pPr>
            <a:lvl3pPr algn="l">
              <a:defRPr sz="58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3pPr>
            <a:lvl4pPr algn="l">
              <a:defRPr sz="58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4pPr>
            <a:lvl5pPr algn="l">
              <a:defRPr sz="58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5pPr>
            <a:lvl6pPr algn="l">
              <a:defRPr sz="58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6pPr>
            <a:lvl7pPr algn="l">
              <a:defRPr sz="58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7pPr>
            <a:lvl8pPr algn="l">
              <a:defRPr sz="58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8pPr>
            <a:lvl9pPr algn="l">
              <a:defRPr sz="58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58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pPr>
            <a:r>
              <a:rPr sz="5850" b="0">
                <a:solidFill>
                  <a:srgbClr val="1E6654"/>
                </a:solidFill>
                <a:latin typeface="Arial"/>
                <a:ea typeface="Arial"/>
                <a:cs typeface="Arial"/>
              </a:rPr>
              <a:t>R$ 1.418,85</a:t>
            </a:r>
          </a:p>
        </p:txBody>
      </p:sp>
      <p:sp>
        <p:nvSpPr>
          <p:cNvPr id="7" name="financial-meaning">
            <a:extLst xmlns:a="http://schemas.openxmlformats.org/drawingml/2006/main">
              <a:ext uri="{FF2B5EF4-FFF2-40B4-BE49-F238E27FC236}">
                <a16:creationId xmlns:a16="http://schemas.microsoft.com/office/drawing/2014/main" id="{FA9568BA-7C4C-48FE-9823-67E609F6C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724400"/>
            <a:ext cx="78105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2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Valor integral</a:t>
            </a:r>
          </a:p>
          <a:p xmlns:a="http://schemas.openxmlformats.org/drawingml/2006/main">
            <a:pPr algn="l">
              <a:defRPr sz="22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cobrado ao lojista</a:t>
            </a:r>
          </a:p>
        </p:txBody>
      </p:sp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351BD15-B55D-4059-98A2-CEEA5228230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7d817b913c0495c"/>
          <a:srcRect xmlns:a="http://schemas.openxmlformats.org/drawingml/2006/main" l="18780" t="2580" r="11530" b="2950"/>
          <a:stretch xmlns:a="http://schemas.openxmlformats.org/drawingml/2006/main"/>
        </p:blipFill>
        <p:spPr>
          <a:xfrm xmlns:a="http://schemas.openxmlformats.org/drawingml/2006/main">
            <a:off x="9077325" y="3114675"/>
            <a:ext cx="2143125" cy="2552700"/>
          </a:xfrm>
          <a:prstGeom xmlns:a="http://schemas.openxmlformats.org/drawingml/2006/main" prst="rect">
            <a:avLst/>
          </a:prstGeom>
        </p:spPr>
      </p:pic>
      <p:sp>
        <p:nvSpPr>
          <p:cNvPr id="9" name="evidence-qualifier">
            <a:extLst xmlns:a="http://schemas.openxmlformats.org/drawingml/2006/main">
              <a:ext uri="{FF2B5EF4-FFF2-40B4-BE49-F238E27FC236}">
                <a16:creationId xmlns:a16="http://schemas.microsoft.com/office/drawing/2014/main" id="{438F9394-E926-44B5-A177-2637490EE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191250"/>
            <a:ext cx="100012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Setembro/2026 · contestação separada da comissão realizada</a:t>
            </a:r>
          </a:p>
        </p:txBody>
      </p:sp>
    </p:spTree>
    <p:extLst>
      <p:ext uri="{BB962C8B-B14F-4D97-AF65-F5344CB8AC3E}">
        <p14:creationId xmlns:p14="http://schemas.microsoft.com/office/powerpoint/2010/main" val="1722559176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6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5D1D585-4E1E-4E2F-A6F1-C371568304E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d7b54a4100547b4">
            <a:extLst>
              <a:ext uri="{96DAC541-7B7A-43D3-8B79-37D633B846F1}">
                <asvg:svgBlip xmlns:asvg="http://schemas.microsoft.com/office/drawing/2016/SVG/main" r:embed="R68f661f92db54c9a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38200" y="485775"/>
            <a:ext cx="1000125" cy="209550"/>
          </a:xfrm>
          <a:prstGeom xmlns:a="http://schemas.openxmlformats.org/drawingml/2006/main" prst="rect">
            <a:avLst/>
          </a:prstGeom>
        </p:spPr>
      </p:pic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43839E05-8FC9-40EE-95A1-6ADEF3FEC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504825"/>
            <a:ext cx="3524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defPPr>
            <a:lvl1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1pPr>
            <a:lvl2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2pPr>
            <a:lvl3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3pPr>
            <a:lvl4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4pPr>
            <a:lvl5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5pPr>
            <a:lvl6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6pPr>
            <a:lvl7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7pPr>
            <a:lvl8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8pPr>
            <a:lvl9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pPr>
            <a:r>
              <a: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rPr>
              <a:t>VALORES EM REVISÃO</a:t>
            </a:r>
          </a:p>
        </p:txBody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68E8524E-1A40-40BB-90B3-6109F3BB5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53175"/>
            <a:ext cx="304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defPPr>
            <a:lvl1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1pPr>
            <a:lvl2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2pPr>
            <a:lvl3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3pPr>
            <a:lvl4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4pPr>
            <a:lvl5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5pPr>
            <a:lvl6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6pPr>
            <a:lvl7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7pPr>
            <a:lvl8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8pPr>
            <a:lvl9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pPr>
            <a:r>
              <a: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rPr>
              <a:t>31</a:t>
            </a:r>
          </a:p>
        </p:txBody>
      </p:sp>
      <p:sp>
        <p:nvSpPr>
          <p:cNvPr id="4" name="evidence-heading">
            <a:extLst xmlns:a="http://schemas.openxmlformats.org/drawingml/2006/main">
              <a:ext uri="{FF2B5EF4-FFF2-40B4-BE49-F238E27FC236}">
                <a16:creationId xmlns:a16="http://schemas.microsoft.com/office/drawing/2014/main" id="{0A95DC4E-439E-4CFF-B5B5-7322D6EEE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266825"/>
            <a:ext cx="105156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defPPr>
            <a:lvl1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1pPr>
            <a:lvl2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2pPr>
            <a:lvl3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3pPr>
            <a:lvl4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4pPr>
            <a:lvl5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5pPr>
            <a:lvl6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6pPr>
            <a:lvl7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7pPr>
            <a:lvl8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8pPr>
            <a:lvl9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pPr>
            <a:r>
              <a:rPr sz="3750" b="0">
                <a:solidFill>
                  <a:srgbClr val="132B2A"/>
                </a:solidFill>
                <a:latin typeface="Arial"/>
                <a:ea typeface="Arial"/>
                <a:cs typeface="Arial"/>
              </a:rPr>
              <a:t>Devolução da Casa</a:t>
            </a:r>
          </a:p>
        </p:txBody>
      </p:sp>
      <p:sp>
        <p:nvSpPr>
          <p:cNvPr id="5" name="evidence-heading-second">
            <a:extLst xmlns:a="http://schemas.openxmlformats.org/drawingml/2006/main">
              <a:ext uri="{FF2B5EF4-FFF2-40B4-BE49-F238E27FC236}">
                <a16:creationId xmlns:a16="http://schemas.microsoft.com/office/drawing/2014/main" id="{FFC86388-859C-4183-B598-1E3D6F3CA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95475"/>
            <a:ext cx="105156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defPPr>
            <a:lvl1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1pPr>
            <a:lvl2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2pPr>
            <a:lvl3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3pPr>
            <a:lvl4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4pPr>
            <a:lvl5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5pPr>
            <a:lvl6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6pPr>
            <a:lvl7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7pPr>
            <a:lvl8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8pPr>
            <a:lvl9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pPr>
            <a:r>
              <a:rPr sz="3750" b="0">
                <a:solidFill>
                  <a:srgbClr val="1E6654"/>
                </a:solidFill>
                <a:latin typeface="Arial"/>
                <a:ea typeface="Arial"/>
                <a:cs typeface="Arial"/>
              </a:rPr>
              <a:t>aguarda decisão</a:t>
            </a:r>
          </a:p>
        </p:txBody>
      </p:sp>
      <p:sp>
        <p:nvSpPr>
          <p:cNvPr id="6" name="financial-value">
            <a:extLst xmlns:a="http://schemas.openxmlformats.org/drawingml/2006/main">
              <a:ext uri="{FF2B5EF4-FFF2-40B4-BE49-F238E27FC236}">
                <a16:creationId xmlns:a16="http://schemas.microsoft.com/office/drawing/2014/main" id="{02A605C1-D46A-45B4-A19B-EF431287B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152775"/>
            <a:ext cx="80962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58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defPPr>
            <a:lvl1pPr algn="l">
              <a:defRPr sz="58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1pPr>
            <a:lvl2pPr algn="l">
              <a:defRPr sz="58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2pPr>
            <a:lvl3pPr algn="l">
              <a:defRPr sz="58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3pPr>
            <a:lvl4pPr algn="l">
              <a:defRPr sz="58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4pPr>
            <a:lvl5pPr algn="l">
              <a:defRPr sz="58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5pPr>
            <a:lvl6pPr algn="l">
              <a:defRPr sz="58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6pPr>
            <a:lvl7pPr algn="l">
              <a:defRPr sz="58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7pPr>
            <a:lvl8pPr algn="l">
              <a:defRPr sz="58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8pPr>
            <a:lvl9pPr algn="l">
              <a:defRPr sz="58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58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pPr>
            <a:r>
              <a:rPr sz="5850" b="0">
                <a:solidFill>
                  <a:srgbClr val="1E6654"/>
                </a:solidFill>
                <a:latin typeface="Arial"/>
                <a:ea typeface="Arial"/>
                <a:cs typeface="Arial"/>
              </a:rPr>
              <a:t>R$ 15.397,42</a:t>
            </a:r>
          </a:p>
        </p:txBody>
      </p:sp>
      <p:sp>
        <p:nvSpPr>
          <p:cNvPr id="7" name="financial-meaning">
            <a:extLst xmlns:a="http://schemas.openxmlformats.org/drawingml/2006/main">
              <a:ext uri="{FF2B5EF4-FFF2-40B4-BE49-F238E27FC236}">
                <a16:creationId xmlns:a16="http://schemas.microsoft.com/office/drawing/2014/main" id="{84E90A53-7700-4004-A998-3BD1D27DD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724400"/>
            <a:ext cx="78105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2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Helena e Comercial revisam</a:t>
            </a:r>
          </a:p>
          <a:p xmlns:a="http://schemas.openxmlformats.org/drawingml/2006/main">
            <a:pPr algn="l">
              <a:defRPr sz="22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Isenção não comunicada ao parceiro</a:t>
            </a:r>
          </a:p>
        </p:txBody>
      </p:sp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AFFE0C9-07B3-4098-A18B-602580E75A7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e77c25ddd6b4757"/>
          <a:srcRect xmlns:a="http://schemas.openxmlformats.org/drawingml/2006/main" l="24100" t="8100" r="13540" b="4880"/>
          <a:stretch xmlns:a="http://schemas.openxmlformats.org/drawingml/2006/main"/>
        </p:blipFill>
        <p:spPr>
          <a:xfrm xmlns:a="http://schemas.openxmlformats.org/drawingml/2006/main">
            <a:off x="9077325" y="3114675"/>
            <a:ext cx="2143125" cy="2552700"/>
          </a:xfrm>
          <a:prstGeom xmlns:a="http://schemas.openxmlformats.org/drawingml/2006/main" prst="rect">
            <a:avLst/>
          </a:prstGeom>
        </p:spPr>
      </p:pic>
      <p:sp>
        <p:nvSpPr>
          <p:cNvPr id="9" name="evidence-qualifier">
            <a:extLst xmlns:a="http://schemas.openxmlformats.org/drawingml/2006/main">
              <a:ext uri="{FF2B5EF4-FFF2-40B4-BE49-F238E27FC236}">
                <a16:creationId xmlns:a16="http://schemas.microsoft.com/office/drawing/2014/main" id="{D5B8A8EB-6233-4C70-AEF4-DE705A977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191250"/>
            <a:ext cx="100012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Setembro/2026 · devolução ao lojista; sem cobrança contra a Orbe</a:t>
            </a:r>
          </a:p>
        </p:txBody>
      </p:sp>
    </p:spTree>
    <p:extLst>
      <p:ext uri="{BB962C8B-B14F-4D97-AF65-F5344CB8AC3E}">
        <p14:creationId xmlns:p14="http://schemas.microsoft.com/office/powerpoint/2010/main" val="454794078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6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4184957-D212-4240-BBE7-E4563DB41C9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c99c9dc4843430d">
            <a:extLst>
              <a:ext uri="{96DAC541-7B7A-43D3-8B79-37D633B846F1}">
                <asvg:svgBlip xmlns:asvg="http://schemas.microsoft.com/office/drawing/2016/SVG/main" r:embed="R164713126a504303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38200" y="485775"/>
            <a:ext cx="1000125" cy="209550"/>
          </a:xfrm>
          <a:prstGeom xmlns:a="http://schemas.openxmlformats.org/drawingml/2006/main" prst="rect">
            <a:avLst/>
          </a:prstGeom>
        </p:spPr>
      </p:pic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C516E617-E068-401C-9CDB-783C82062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504825"/>
            <a:ext cx="3524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defPPr>
            <a:lvl1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1pPr>
            <a:lvl2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2pPr>
            <a:lvl3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3pPr>
            <a:lvl4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4pPr>
            <a:lvl5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5pPr>
            <a:lvl6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6pPr>
            <a:lvl7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7pPr>
            <a:lvl8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8pPr>
            <a:lvl9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pPr>
            <a:r>
              <a: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rPr>
              <a:t>SETEMBRO ATUALIZADO</a:t>
            </a:r>
          </a:p>
        </p:txBody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2BE7CA70-EFD7-4E4C-8805-119090A86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53175"/>
            <a:ext cx="304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defPPr>
            <a:lvl1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1pPr>
            <a:lvl2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2pPr>
            <a:lvl3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3pPr>
            <a:lvl4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4pPr>
            <a:lvl5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5pPr>
            <a:lvl6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6pPr>
            <a:lvl7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7pPr>
            <a:lvl8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8pPr>
            <a:lvl9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pPr>
            <a:r>
              <a: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rPr>
              <a:t>32</a:t>
            </a:r>
          </a:p>
        </p:txBody>
      </p:sp>
      <p:sp>
        <p:nvSpPr>
          <p:cNvPr id="4" name="evidence-heading">
            <a:extLst xmlns:a="http://schemas.openxmlformats.org/drawingml/2006/main">
              <a:ext uri="{FF2B5EF4-FFF2-40B4-BE49-F238E27FC236}">
                <a16:creationId xmlns:a16="http://schemas.microsoft.com/office/drawing/2014/main" id="{1E0BD5A6-660F-4440-A44C-99709D179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266825"/>
            <a:ext cx="105156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defPPr>
            <a:lvl1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1pPr>
            <a:lvl2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2pPr>
            <a:lvl3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3pPr>
            <a:lvl4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4pPr>
            <a:lvl5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5pPr>
            <a:lvl6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6pPr>
            <a:lvl7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7pPr>
            <a:lvl8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8pPr>
            <a:lvl9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pPr>
            <a:r>
              <a:rPr sz="3750" b="0">
                <a:solidFill>
                  <a:srgbClr val="132B2A"/>
                </a:solidFill>
                <a:latin typeface="Arial"/>
                <a:ea typeface="Arial"/>
                <a:cs typeface="Arial"/>
              </a:rPr>
              <a:t>Os ajustes tardios</a:t>
            </a:r>
          </a:p>
        </p:txBody>
      </p:sp>
      <p:sp>
        <p:nvSpPr>
          <p:cNvPr id="5" name="evidence-heading-second">
            <a:extLst xmlns:a="http://schemas.openxmlformats.org/drawingml/2006/main">
              <a:ext uri="{FF2B5EF4-FFF2-40B4-BE49-F238E27FC236}">
                <a16:creationId xmlns:a16="http://schemas.microsoft.com/office/drawing/2014/main" id="{8D6D8BEB-10C1-44B7-80B6-7A297870B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95475"/>
            <a:ext cx="105156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defPPr>
            <a:lvl1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1pPr>
            <a:lvl2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2pPr>
            <a:lvl3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3pPr>
            <a:lvl4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4pPr>
            <a:lvl5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5pPr>
            <a:lvl6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6pPr>
            <a:lvl7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7pPr>
            <a:lvl8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8pPr>
            <a:lvl9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pPr>
            <a:r>
              <a:rPr sz="3750" b="0">
                <a:solidFill>
                  <a:srgbClr val="1E6654"/>
                </a:solidFill>
                <a:latin typeface="Arial"/>
                <a:ea typeface="Arial"/>
                <a:cs typeface="Arial"/>
              </a:rPr>
              <a:t>entram no mesmo fechamento</a:t>
            </a:r>
          </a:p>
        </p:txBody>
      </p:sp>
      <p:sp>
        <p:nvSpPr>
          <p:cNvPr id="6" name="adjustment-value">
            <a:extLst xmlns:a="http://schemas.openxmlformats.org/drawingml/2006/main">
              <a:ext uri="{FF2B5EF4-FFF2-40B4-BE49-F238E27FC236}">
                <a16:creationId xmlns:a16="http://schemas.microsoft.com/office/drawing/2014/main" id="{DD0E8A6D-904B-4AF2-9ED5-8B53C36D0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152775"/>
            <a:ext cx="8810625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58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defPPr>
            <a:lvl1pPr algn="l">
              <a:defRPr sz="58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1pPr>
            <a:lvl2pPr algn="l">
              <a:defRPr sz="58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2pPr>
            <a:lvl3pPr algn="l">
              <a:defRPr sz="58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3pPr>
            <a:lvl4pPr algn="l">
              <a:defRPr sz="58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4pPr>
            <a:lvl5pPr algn="l">
              <a:defRPr sz="58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5pPr>
            <a:lvl6pPr algn="l">
              <a:defRPr sz="58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6pPr>
            <a:lvl7pPr algn="l">
              <a:defRPr sz="58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7pPr>
            <a:lvl8pPr algn="l">
              <a:defRPr sz="58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8pPr>
            <a:lvl9pPr algn="l">
              <a:defRPr sz="58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58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pPr>
            <a:r>
              <a:rPr sz="5850" b="0">
                <a:solidFill>
                  <a:srgbClr val="1E6654"/>
                </a:solidFill>
                <a:latin typeface="Arial"/>
                <a:ea typeface="Arial"/>
                <a:cs typeface="Arial"/>
              </a:rPr>
              <a:t>− R$ 3.304,39</a:t>
            </a:r>
          </a:p>
        </p:txBody>
      </p:sp>
      <p:sp>
        <p:nvSpPr>
          <p:cNvPr id="7" name="adjustment-count">
            <a:extLst xmlns:a="http://schemas.openxmlformats.org/drawingml/2006/main">
              <a:ext uri="{FF2B5EF4-FFF2-40B4-BE49-F238E27FC236}">
                <a16:creationId xmlns:a16="http://schemas.microsoft.com/office/drawing/2014/main" id="{3124C3DB-FE3B-4A42-AC98-D08CD5CBD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724400"/>
            <a:ext cx="647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3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defPPr>
            <a:lvl1pPr algn="l">
              <a:defRPr sz="23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1pPr>
            <a:lvl2pPr algn="l">
              <a:defRPr sz="23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2pPr>
            <a:lvl3pPr algn="l">
              <a:defRPr sz="23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3pPr>
            <a:lvl4pPr algn="l">
              <a:defRPr sz="23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4pPr>
            <a:lvl5pPr algn="l">
              <a:defRPr sz="23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5pPr>
            <a:lvl6pPr algn="l">
              <a:defRPr sz="23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6pPr>
            <a:lvl7pPr algn="l">
              <a:defRPr sz="23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7pPr>
            <a:lvl8pPr algn="l">
              <a:defRPr sz="23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8pPr>
            <a:lvl9pPr algn="l">
              <a:defRPr sz="23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3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32B2A"/>
                </a:solidFill>
                <a:latin typeface="Arial"/>
                <a:ea typeface="Arial"/>
                <a:cs typeface="Arial"/>
              </a:rPr>
              <a:t>14 registros adicionais</a:t>
            </a:r>
          </a:p>
        </p:txBody>
      </p:sp>
      <p:sp>
        <p:nvSpPr>
          <p:cNvPr id="8" name="adjustment-scope">
            <a:extLst xmlns:a="http://schemas.openxmlformats.org/drawingml/2006/main">
              <a:ext uri="{FF2B5EF4-FFF2-40B4-BE49-F238E27FC236}">
                <a16:creationId xmlns:a16="http://schemas.microsoft.com/office/drawing/2014/main" id="{F2964809-BB3B-40D0-AA90-BD2C3CC4E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314950"/>
            <a:ext cx="8191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defPPr>
            <a:lvl1pPr algn="l">
              <a:defRPr sz="20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1pPr>
            <a:lvl2pPr algn="l">
              <a:defRPr sz="20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2pPr>
            <a:lvl3pPr algn="l">
              <a:defRPr sz="20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3pPr>
            <a:lvl4pPr algn="l">
              <a:defRPr sz="20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4pPr>
            <a:lvl5pPr algn="l">
              <a:defRPr sz="20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5pPr>
            <a:lvl6pPr algn="l">
              <a:defRPr sz="20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6pPr>
            <a:lvl7pPr algn="l">
              <a:defRPr sz="20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7pPr>
            <a:lvl8pPr algn="l">
              <a:defRPr sz="20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8pPr>
            <a:lvl9pPr algn="l">
              <a:defRPr sz="20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Efeito nas comissões de checkout</a:t>
            </a:r>
          </a:p>
          <a:p xmlns:a="http://schemas.openxmlformats.org/drawingml/2006/main">
            <a:pPr algn="l">
              <a:defRPr sz="20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e nas notas propostas</a:t>
            </a:r>
          </a:p>
        </p:txBody>
      </p:sp>
      <p:pic>
        <p:nvPic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0917EC1-E00F-4344-AEFA-7409095F7B0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e23b2d2ddf144aa"/>
          <a:stretch xmlns:a="http://schemas.openxmlformats.org/drawingml/2006/main"/>
        </p:blipFill>
        <p:spPr>
          <a:xfrm xmlns:a="http://schemas.openxmlformats.org/drawingml/2006/main">
            <a:off x="9201150" y="3540919"/>
            <a:ext cx="2152650" cy="1614488"/>
          </a:xfrm>
          <a:prstGeom xmlns:a="http://schemas.openxmlformats.org/drawingml/2006/main" prst="rect">
            <a:avLst/>
          </a:prstGeom>
        </p:spPr>
      </p:pic>
      <p:sp>
        <p:nvSpPr>
          <p:cNvPr id="10" name="evidence-qualifier">
            <a:extLst xmlns:a="http://schemas.openxmlformats.org/drawingml/2006/main">
              <a:ext uri="{FF2B5EF4-FFF2-40B4-BE49-F238E27FC236}">
                <a16:creationId xmlns:a16="http://schemas.microsoft.com/office/drawing/2014/main" id="{0DA5082B-53CB-405A-BC90-77BC2B447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191250"/>
            <a:ext cx="100012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Setembro/2026 atualizado · demais frentes mantêm seus totais</a:t>
            </a:r>
          </a:p>
        </p:txBody>
      </p:sp>
    </p:spTree>
    <p:extLst>
      <p:ext uri="{BB962C8B-B14F-4D97-AF65-F5344CB8AC3E}">
        <p14:creationId xmlns:p14="http://schemas.microsoft.com/office/powerpoint/2010/main" val="2032759048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6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1F3AF51-91D4-49B0-B99B-78298AC0160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7da18ca44084bc7">
            <a:extLst>
              <a:ext uri="{96DAC541-7B7A-43D3-8B79-37D633B846F1}">
                <asvg:svgBlip xmlns:asvg="http://schemas.microsoft.com/office/drawing/2016/SVG/main" r:embed="R52051b27eb194966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38200" y="485775"/>
            <a:ext cx="1000125" cy="209550"/>
          </a:xfrm>
          <a:prstGeom xmlns:a="http://schemas.openxmlformats.org/drawingml/2006/main" prst="rect">
            <a:avLst/>
          </a:prstGeom>
        </p:spPr>
      </p:pic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3156DADC-986B-4C26-BA04-B59AD6626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504825"/>
            <a:ext cx="3524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defPPr>
            <a:lvl1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1pPr>
            <a:lvl2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2pPr>
            <a:lvl3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3pPr>
            <a:lvl4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4pPr>
            <a:lvl5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5pPr>
            <a:lvl6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6pPr>
            <a:lvl7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7pPr>
            <a:lvl8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8pPr>
            <a:lvl9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pPr>
            <a:r>
              <a: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rPr>
              <a:t>PROVA DOS NÚMEROS</a:t>
            </a:r>
          </a:p>
        </p:txBody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FA3953CC-BDE6-4F63-8318-1ACD0C543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53175"/>
            <a:ext cx="304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defPPr>
            <a:lvl1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1pPr>
            <a:lvl2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2pPr>
            <a:lvl3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3pPr>
            <a:lvl4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4pPr>
            <a:lvl5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5pPr>
            <a:lvl6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6pPr>
            <a:lvl7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7pPr>
            <a:lvl8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8pPr>
            <a:lvl9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pPr>
            <a:r>
              <a: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rPr>
              <a:t>33</a:t>
            </a:r>
          </a:p>
        </p:txBody>
      </p:sp>
      <p:sp>
        <p:nvSpPr>
          <p:cNvPr id="4" name="evidence-heading">
            <a:extLst xmlns:a="http://schemas.openxmlformats.org/drawingml/2006/main">
              <a:ext uri="{FF2B5EF4-FFF2-40B4-BE49-F238E27FC236}">
                <a16:creationId xmlns:a16="http://schemas.microsoft.com/office/drawing/2014/main" id="{7F4C62F4-128D-4147-B7F1-C945150E9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266825"/>
            <a:ext cx="105156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defPPr>
            <a:lvl1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1pPr>
            <a:lvl2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2pPr>
            <a:lvl3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3pPr>
            <a:lvl4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4pPr>
            <a:lvl5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5pPr>
            <a:lvl6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6pPr>
            <a:lvl7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7pPr>
            <a:lvl8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8pPr>
            <a:lvl9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pPr>
            <a:r>
              <a:rPr sz="3750" b="0">
                <a:solidFill>
                  <a:srgbClr val="132B2A"/>
                </a:solidFill>
                <a:latin typeface="Arial"/>
                <a:ea typeface="Arial"/>
                <a:cs typeface="Arial"/>
              </a:rPr>
              <a:t>O total confere</a:t>
            </a:r>
          </a:p>
        </p:txBody>
      </p:sp>
      <p:sp>
        <p:nvSpPr>
          <p:cNvPr id="5" name="evidence-heading-second">
            <a:extLst xmlns:a="http://schemas.openxmlformats.org/drawingml/2006/main">
              <a:ext uri="{FF2B5EF4-FFF2-40B4-BE49-F238E27FC236}">
                <a16:creationId xmlns:a16="http://schemas.microsoft.com/office/drawing/2014/main" id="{3D5A28CA-F6C0-447A-AC7E-8D7C3E0B3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95475"/>
            <a:ext cx="105156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defPPr>
            <a:lvl1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1pPr>
            <a:lvl2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2pPr>
            <a:lvl3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3pPr>
            <a:lvl4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4pPr>
            <a:lvl5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5pPr>
            <a:lvl6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6pPr>
            <a:lvl7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7pPr>
            <a:lvl8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8pPr>
            <a:lvl9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pPr>
            <a:r>
              <a:rPr sz="3750" b="0">
                <a:solidFill>
                  <a:srgbClr val="1E6654"/>
                </a:solidFill>
                <a:latin typeface="Arial"/>
                <a:ea typeface="Arial"/>
                <a:cs typeface="Arial"/>
              </a:rPr>
              <a:t>com os componentes de origem</a:t>
            </a:r>
          </a:p>
        </p:txBody>
      </p:sp>
      <p:sp>
        <p:nvSpPr>
          <p:cNvPr id="6" name="checks">
            <a:extLst xmlns:a="http://schemas.openxmlformats.org/drawingml/2006/main">
              <a:ext uri="{FF2B5EF4-FFF2-40B4-BE49-F238E27FC236}">
                <a16:creationId xmlns:a16="http://schemas.microsoft.com/office/drawing/2014/main" id="{DC803081-8952-4D91-BE55-09653A51B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67050"/>
            <a:ext cx="39433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79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defPPr>
            <a:lvl1pPr algn="l">
              <a:defRPr sz="79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1pPr>
            <a:lvl2pPr algn="l">
              <a:defRPr sz="79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2pPr>
            <a:lvl3pPr algn="l">
              <a:defRPr sz="79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3pPr>
            <a:lvl4pPr algn="l">
              <a:defRPr sz="79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4pPr>
            <a:lvl5pPr algn="l">
              <a:defRPr sz="79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5pPr>
            <a:lvl6pPr algn="l">
              <a:defRPr sz="79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6pPr>
            <a:lvl7pPr algn="l">
              <a:defRPr sz="79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7pPr>
            <a:lvl8pPr algn="l">
              <a:defRPr sz="79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8pPr>
            <a:lvl9pPr algn="l">
              <a:defRPr sz="79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79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pPr>
            <a:r>
              <a:rPr sz="7950" b="0">
                <a:solidFill>
                  <a:srgbClr val="1E6654"/>
                </a:solidFill>
                <a:latin typeface="Arial"/>
                <a:ea typeface="Arial"/>
                <a:cs typeface="Arial"/>
              </a:rPr>
              <a:t>490</a:t>
            </a:r>
          </a:p>
        </p:txBody>
      </p:sp>
      <p:sp>
        <p:nvSpPr>
          <p:cNvPr id="7" name="checks-meaning">
            <a:extLst xmlns:a="http://schemas.openxmlformats.org/drawingml/2006/main">
              <a:ext uri="{FF2B5EF4-FFF2-40B4-BE49-F238E27FC236}">
                <a16:creationId xmlns:a16="http://schemas.microsoft.com/office/drawing/2014/main" id="{BFEB791B-4A88-4A03-9BE4-1687B8739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0525" y="3381375"/>
            <a:ext cx="7058025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47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defPPr>
            <a:lvl1pPr algn="l">
              <a:defRPr sz="247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1pPr>
            <a:lvl2pPr algn="l">
              <a:defRPr sz="247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2pPr>
            <a:lvl3pPr algn="l">
              <a:defRPr sz="247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3pPr>
            <a:lvl4pPr algn="l">
              <a:defRPr sz="247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4pPr>
            <a:lvl5pPr algn="l">
              <a:defRPr sz="247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5pPr>
            <a:lvl6pPr algn="l">
              <a:defRPr sz="247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6pPr>
            <a:lvl7pPr algn="l">
              <a:defRPr sz="247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7pPr>
            <a:lvl8pPr algn="l">
              <a:defRPr sz="247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8pPr>
            <a:lvl9pPr algn="l">
              <a:defRPr sz="247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47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pPr>
            <a:r>
              <a:rPr sz="2475" b="0">
                <a:solidFill>
                  <a:srgbClr val="132B2A"/>
                </a:solidFill>
                <a:latin typeface="Arial"/>
                <a:ea typeface="Arial"/>
                <a:cs typeface="Arial"/>
              </a:rPr>
              <a:t>comparações registradas</a:t>
            </a:r>
          </a:p>
          <a:p xmlns:a="http://schemas.openxmlformats.org/drawingml/2006/main">
            <a:pPr algn="l">
              <a:defRPr sz="247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pPr>
            <a:r>
              <a:rPr sz="2475" b="0">
                <a:solidFill>
                  <a:srgbClr val="132B2A"/>
                </a:solidFill>
                <a:latin typeface="Arial"/>
                <a:ea typeface="Arial"/>
                <a:cs typeface="Arial"/>
              </a:rPr>
              <a:t>sem diferença de soma</a:t>
            </a:r>
          </a:p>
        </p:txBody>
      </p:sp>
      <p:sp>
        <p:nvSpPr>
          <p:cNvPr id="8" name="scope">
            <a:extLst xmlns:a="http://schemas.openxmlformats.org/drawingml/2006/main">
              <a:ext uri="{FF2B5EF4-FFF2-40B4-BE49-F238E27FC236}">
                <a16:creationId xmlns:a16="http://schemas.microsoft.com/office/drawing/2014/main" id="{B98CA7C6-F23C-4F61-91A2-FDBA0616F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172075"/>
            <a:ext cx="105156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defPPr>
            <a:lvl1pPr algn="l">
              <a:defRPr sz="21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1pPr>
            <a:lvl2pPr algn="l">
              <a:defRPr sz="21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2pPr>
            <a:lvl3pPr algn="l">
              <a:defRPr sz="21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3pPr>
            <a:lvl4pPr algn="l">
              <a:defRPr sz="21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4pPr>
            <a:lvl5pPr algn="l">
              <a:defRPr sz="21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5pPr>
            <a:lvl6pPr algn="l">
              <a:defRPr sz="21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6pPr>
            <a:lvl7pPr algn="l">
              <a:defRPr sz="21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7pPr>
            <a:lvl8pPr algn="l">
              <a:defRPr sz="21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8pPr>
            <a:lvl9pPr algn="l">
              <a:defRPr sz="21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35 comissões · 233 divergências · 21 notas</a:t>
            </a:r>
          </a:p>
          <a:p xmlns:a="http://schemas.openxmlformats.org/drawingml/2006/main">
            <a:pPr algn="l">
              <a:defRPr sz="21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184 movimentos · 17 pendências</a:t>
            </a:r>
          </a:p>
        </p:txBody>
      </p:sp>
      <p:sp>
        <p:nvSpPr>
          <p:cNvPr id="9" name="evidence-qualifier">
            <a:extLst xmlns:a="http://schemas.openxmlformats.org/drawingml/2006/main">
              <a:ext uri="{FF2B5EF4-FFF2-40B4-BE49-F238E27FC236}">
                <a16:creationId xmlns:a16="http://schemas.microsoft.com/office/drawing/2014/main" id="{4B1B416B-DD7F-4162-84AD-0D9D20E01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191250"/>
            <a:ext cx="100012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Consistência interna do rastro · não equivale à aprovação pelo gabarito</a:t>
            </a:r>
          </a:p>
        </p:txBody>
      </p:sp>
    </p:spTree>
    <p:extLst>
      <p:ext uri="{BB962C8B-B14F-4D97-AF65-F5344CB8AC3E}">
        <p14:creationId xmlns:p14="http://schemas.microsoft.com/office/powerpoint/2010/main" val="260224475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6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1BD622F-8B8E-4FB6-8327-B36940ED1F4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16249e29ad7447b">
            <a:extLst>
              <a:ext uri="{96DAC541-7B7A-43D3-8B79-37D633B846F1}">
                <asvg:svgBlip xmlns:asvg="http://schemas.microsoft.com/office/drawing/2016/SVG/main" r:embed="R53fadff619504759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38200" y="485775"/>
            <a:ext cx="1000125" cy="209550"/>
          </a:xfrm>
          <a:prstGeom xmlns:a="http://schemas.openxmlformats.org/drawingml/2006/main" prst="rect">
            <a:avLst/>
          </a:prstGeom>
        </p:spPr>
      </p:pic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99D63AB4-DA99-4D24-AAC8-DC5B9BC8F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504825"/>
            <a:ext cx="3524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defPPr>
            <a:lvl1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1pPr>
            <a:lvl2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2pPr>
            <a:lvl3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3pPr>
            <a:lvl4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4pPr>
            <a:lvl5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5pPr>
            <a:lvl6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6pPr>
            <a:lvl7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7pPr>
            <a:lvl8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8pPr>
            <a:lvl9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pPr>
            <a:r>
              <a: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rPr>
              <a:t>DEMONSTRAÇÃO</a:t>
            </a:r>
          </a:p>
        </p:txBody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37FE2482-5AA1-4C33-BDDA-0CE726AA7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53175"/>
            <a:ext cx="304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defPPr>
            <a:lvl1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1pPr>
            <a:lvl2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2pPr>
            <a:lvl3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3pPr>
            <a:lvl4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4pPr>
            <a:lvl5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5pPr>
            <a:lvl6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6pPr>
            <a:lvl7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7pPr>
            <a:lvl8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8pPr>
            <a:lvl9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pPr>
            <a:r>
              <a: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rPr>
              <a:t>34</a:t>
            </a:r>
          </a:p>
        </p:txBody>
      </p:sp>
      <p:sp>
        <p:nvSpPr>
          <p:cNvPr id="4" name="evidence-heading">
            <a:extLst xmlns:a="http://schemas.openxmlformats.org/drawingml/2006/main">
              <a:ext uri="{FF2B5EF4-FFF2-40B4-BE49-F238E27FC236}">
                <a16:creationId xmlns:a16="http://schemas.microsoft.com/office/drawing/2014/main" id="{27502A2C-520C-4B20-8894-A468F0FA6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266825"/>
            <a:ext cx="30289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2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defPPr>
            <a:lvl1pPr algn="l">
              <a:defRPr sz="32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1pPr>
            <a:lvl2pPr algn="l">
              <a:defRPr sz="32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2pPr>
            <a:lvl3pPr algn="l">
              <a:defRPr sz="32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3pPr>
            <a:lvl4pPr algn="l">
              <a:defRPr sz="32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4pPr>
            <a:lvl5pPr algn="l">
              <a:defRPr sz="32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5pPr>
            <a:lvl6pPr algn="l">
              <a:defRPr sz="32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6pPr>
            <a:lvl7pPr algn="l">
              <a:defRPr sz="32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7pPr>
            <a:lvl8pPr algn="l">
              <a:defRPr sz="32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8pPr>
            <a:lvl9pPr algn="l">
              <a:defRPr sz="32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2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pPr>
            <a:r>
              <a:rPr sz="3225" b="0">
                <a:solidFill>
                  <a:srgbClr val="132B2A"/>
                </a:solidFill>
                <a:latin typeface="Arial"/>
                <a:ea typeface="Arial"/>
                <a:cs typeface="Arial"/>
              </a:rPr>
              <a:t>A analista abre</a:t>
            </a:r>
          </a:p>
        </p:txBody>
      </p:sp>
      <p:sp>
        <p:nvSpPr>
          <p:cNvPr id="5" name="evidence-heading-second">
            <a:extLst xmlns:a="http://schemas.openxmlformats.org/drawingml/2006/main">
              <a:ext uri="{FF2B5EF4-FFF2-40B4-BE49-F238E27FC236}">
                <a16:creationId xmlns:a16="http://schemas.microsoft.com/office/drawing/2014/main" id="{4B37C117-E026-44AD-9DBD-2413EB5FA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57375"/>
            <a:ext cx="30289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2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defPPr>
            <a:lvl1pPr algn="l">
              <a:defRPr sz="32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1pPr>
            <a:lvl2pPr algn="l">
              <a:defRPr sz="32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2pPr>
            <a:lvl3pPr algn="l">
              <a:defRPr sz="32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3pPr>
            <a:lvl4pPr algn="l">
              <a:defRPr sz="32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4pPr>
            <a:lvl5pPr algn="l">
              <a:defRPr sz="32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5pPr>
            <a:lvl6pPr algn="l">
              <a:defRPr sz="32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6pPr>
            <a:lvl7pPr algn="l">
              <a:defRPr sz="32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7pPr>
            <a:lvl8pPr algn="l">
              <a:defRPr sz="32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8pPr>
            <a:lvl9pPr algn="l">
              <a:defRPr sz="32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2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pPr>
            <a:r>
              <a:rPr sz="3225" b="0">
                <a:solidFill>
                  <a:srgbClr val="1E6654"/>
                </a:solidFill>
                <a:latin typeface="Arial"/>
                <a:ea typeface="Arial"/>
                <a:cs typeface="Arial"/>
              </a:rPr>
              <a:t>o fechamento</a:t>
            </a:r>
          </a:p>
          <a:p xmlns:a="http://schemas.openxmlformats.org/drawingml/2006/main">
            <a:pPr algn="l">
              <a:defRPr sz="32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pPr>
            <a:r>
              <a:rPr sz="3225" b="0">
                <a:solidFill>
                  <a:srgbClr val="1E6654"/>
                </a:solidFill>
                <a:latin typeface="Arial"/>
                <a:ea typeface="Arial"/>
                <a:cs typeface="Arial"/>
              </a:rPr>
              <a:t>de setembro</a:t>
            </a:r>
          </a:p>
        </p:txBody>
      </p:sp>
      <p:sp>
        <p:nvSpPr>
          <p:cNvPr id="6" name="demo-guidance">
            <a:extLst xmlns:a="http://schemas.openxmlformats.org/drawingml/2006/main">
              <a:ext uri="{FF2B5EF4-FFF2-40B4-BE49-F238E27FC236}">
                <a16:creationId xmlns:a16="http://schemas.microsoft.com/office/drawing/2014/main" id="{84E9B82E-BD66-424F-977A-199296F84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48025"/>
            <a:ext cx="3009900" cy="1600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defPPr>
            <a:lvl1pPr algn="l">
              <a:defRPr sz="20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1pPr>
            <a:lvl2pPr algn="l">
              <a:defRPr sz="20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2pPr>
            <a:lvl3pPr algn="l">
              <a:defRPr sz="20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3pPr>
            <a:lvl4pPr algn="l">
              <a:defRPr sz="20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4pPr>
            <a:lvl5pPr algn="l">
              <a:defRPr sz="20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5pPr>
            <a:lvl6pPr algn="l">
              <a:defRPr sz="20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6pPr>
            <a:lvl7pPr algn="l">
              <a:defRPr sz="20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7pPr>
            <a:lvl8pPr algn="l">
              <a:defRPr sz="20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8pPr>
            <a:lvl9pPr algn="l">
              <a:defRPr sz="20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Competência escolhida</a:t>
            </a:r>
          </a:p>
          <a:p xmlns:a="http://schemas.openxmlformats.org/drawingml/2006/main">
            <a:pPr algn="l">
              <a:defRPr sz="20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Revisão pendente</a:t>
            </a:r>
          </a:p>
          <a:p xmlns:a="http://schemas.openxmlformats.org/drawingml/2006/main">
            <a:pPr algn="l">
              <a:defRPr sz="20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Seis arquivos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B028500-CA9B-46B7-A30B-9021E9638EA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8186d5ccfb04147"/>
          <a:srcRect xmlns:a="http://schemas.openxmlformats.org/drawingml/2006/main" l="0" t="0" r="23000" b="23500"/>
          <a:stretch xmlns:a="http://schemas.openxmlformats.org/drawingml/2006/main"/>
        </p:blipFill>
        <p:spPr>
          <a:xfrm xmlns:a="http://schemas.openxmlformats.org/drawingml/2006/main">
            <a:off x="4076700" y="1714500"/>
            <a:ext cx="7277100" cy="4191000"/>
          </a:xfrm>
          <a:prstGeom xmlns:a="http://schemas.openxmlformats.org/drawingml/2006/main" prst="rect">
            <a:avLst/>
          </a:prstGeom>
        </p:spPr>
      </p:pic>
      <p:sp>
        <p:nvSpPr>
          <p:cNvPr id="8" name="evidence-qualifier">
            <a:extLst xmlns:a="http://schemas.openxmlformats.org/drawingml/2006/main">
              <a:ext uri="{FF2B5EF4-FFF2-40B4-BE49-F238E27FC236}">
                <a16:creationId xmlns:a16="http://schemas.microsoft.com/office/drawing/2014/main" id="{EC68841B-DE59-4073-A089-6FEE86D46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191250"/>
            <a:ext cx="100012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Interface real · consulta às saídas publicadas, sem nova apuração</a:t>
            </a:r>
          </a:p>
        </p:txBody>
      </p:sp>
    </p:spTree>
    <p:extLst>
      <p:ext uri="{BB962C8B-B14F-4D97-AF65-F5344CB8AC3E}">
        <p14:creationId xmlns:p14="http://schemas.microsoft.com/office/powerpoint/2010/main" val="85694695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6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1B219D-EAAF-4578-9690-617B89E7177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5226e199327438e">
            <a:extLst>
              <a:ext uri="{96DAC541-7B7A-43D3-8B79-37D633B846F1}">
                <asvg:svgBlip xmlns:asvg="http://schemas.microsoft.com/office/drawing/2016/SVG/main" r:embed="Rcfd0f4ed4afb4b7f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38200" y="485775"/>
            <a:ext cx="1000125" cy="209550"/>
          </a:xfrm>
          <a:prstGeom xmlns:a="http://schemas.openxmlformats.org/drawingml/2006/main" prst="rect">
            <a:avLst/>
          </a:prstGeom>
        </p:spPr>
      </p:pic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855C66FB-75BA-4BFA-A94D-CF6BA8FDA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504825"/>
            <a:ext cx="3524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defPPr>
            <a:lvl1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1pPr>
            <a:lvl2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2pPr>
            <a:lvl3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3pPr>
            <a:lvl4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4pPr>
            <a:lvl5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5pPr>
            <a:lvl6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6pPr>
            <a:lvl7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7pPr>
            <a:lvl8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8pPr>
            <a:lvl9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pPr>
            <a:r>
              <a: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rPr>
              <a:t>DEMONSTRAÇÃO</a:t>
            </a:r>
          </a:p>
        </p:txBody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2B1350B9-02BA-415B-9BA2-B7ABCEFB3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53175"/>
            <a:ext cx="304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defPPr>
            <a:lvl1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1pPr>
            <a:lvl2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2pPr>
            <a:lvl3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3pPr>
            <a:lvl4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4pPr>
            <a:lvl5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5pPr>
            <a:lvl6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6pPr>
            <a:lvl7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7pPr>
            <a:lvl8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8pPr>
            <a:lvl9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pPr>
            <a:r>
              <a: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rPr>
              <a:t>35</a:t>
            </a:r>
          </a:p>
        </p:txBody>
      </p:sp>
      <p:sp>
        <p:nvSpPr>
          <p:cNvPr id="4" name="evidence-heading">
            <a:extLst xmlns:a="http://schemas.openxmlformats.org/drawingml/2006/main">
              <a:ext uri="{FF2B5EF4-FFF2-40B4-BE49-F238E27FC236}">
                <a16:creationId xmlns:a16="http://schemas.microsoft.com/office/drawing/2014/main" id="{CB6EFDE5-5599-4917-B84D-F879A1C43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266825"/>
            <a:ext cx="30289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2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defPPr>
            <a:lvl1pPr algn="l">
              <a:defRPr sz="32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1pPr>
            <a:lvl2pPr algn="l">
              <a:defRPr sz="32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2pPr>
            <a:lvl3pPr algn="l">
              <a:defRPr sz="32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3pPr>
            <a:lvl4pPr algn="l">
              <a:defRPr sz="32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4pPr>
            <a:lvl5pPr algn="l">
              <a:defRPr sz="32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5pPr>
            <a:lvl6pPr algn="l">
              <a:defRPr sz="32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6pPr>
            <a:lvl7pPr algn="l">
              <a:defRPr sz="32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7pPr>
            <a:lvl8pPr algn="l">
              <a:defRPr sz="32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8pPr>
            <a:lvl9pPr algn="l">
              <a:defRPr sz="32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2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pPr>
            <a:r>
              <a:rPr sz="3225" b="0">
                <a:solidFill>
                  <a:srgbClr val="132B2A"/>
                </a:solidFill>
                <a:latin typeface="Arial"/>
                <a:ea typeface="Arial"/>
                <a:cs typeface="Arial"/>
              </a:rPr>
              <a:t>Confere o valor</a:t>
            </a:r>
          </a:p>
        </p:txBody>
      </p:sp>
      <p:sp>
        <p:nvSpPr>
          <p:cNvPr id="5" name="evidence-heading-second">
            <a:extLst xmlns:a="http://schemas.openxmlformats.org/drawingml/2006/main">
              <a:ext uri="{FF2B5EF4-FFF2-40B4-BE49-F238E27FC236}">
                <a16:creationId xmlns:a16="http://schemas.microsoft.com/office/drawing/2014/main" id="{DBA89FC8-E1F8-4284-AB42-DD78CAD3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57375"/>
            <a:ext cx="30289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2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defPPr>
            <a:lvl1pPr algn="l">
              <a:defRPr sz="32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1pPr>
            <a:lvl2pPr algn="l">
              <a:defRPr sz="32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2pPr>
            <a:lvl3pPr algn="l">
              <a:defRPr sz="32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3pPr>
            <a:lvl4pPr algn="l">
              <a:defRPr sz="32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4pPr>
            <a:lvl5pPr algn="l">
              <a:defRPr sz="32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5pPr>
            <a:lvl6pPr algn="l">
              <a:defRPr sz="32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6pPr>
            <a:lvl7pPr algn="l">
              <a:defRPr sz="32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7pPr>
            <a:lvl8pPr algn="l">
              <a:defRPr sz="32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8pPr>
            <a:lvl9pPr algn="l">
              <a:defRPr sz="32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2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pPr>
            <a:r>
              <a:rPr sz="3225" b="0">
                <a:solidFill>
                  <a:srgbClr val="1E6654"/>
                </a:solidFill>
                <a:latin typeface="Arial"/>
                <a:ea typeface="Arial"/>
                <a:cs typeface="Arial"/>
              </a:rPr>
              <a:t>até a linha</a:t>
            </a:r>
          </a:p>
          <a:p xmlns:a="http://schemas.openxmlformats.org/drawingml/2006/main">
            <a:pPr algn="l">
              <a:defRPr sz="32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pPr>
            <a:r>
              <a:rPr sz="3225" b="0">
                <a:solidFill>
                  <a:srgbClr val="1E6654"/>
                </a:solidFill>
                <a:latin typeface="Arial"/>
                <a:ea typeface="Arial"/>
                <a:cs typeface="Arial"/>
              </a:rPr>
              <a:t>de origem</a:t>
            </a:r>
          </a:p>
        </p:txBody>
      </p:sp>
      <p:sp>
        <p:nvSpPr>
          <p:cNvPr id="6" name="demo-guidance">
            <a:extLst xmlns:a="http://schemas.openxmlformats.org/drawingml/2006/main">
              <a:ext uri="{FF2B5EF4-FFF2-40B4-BE49-F238E27FC236}">
                <a16:creationId xmlns:a16="http://schemas.microsoft.com/office/drawing/2014/main" id="{02591D25-C3E5-4BCB-AEDA-D9FD32DE0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48025"/>
            <a:ext cx="3009900" cy="1600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defPPr>
            <a:lvl1pPr algn="l">
              <a:defRPr sz="20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1pPr>
            <a:lvl2pPr algn="l">
              <a:defRPr sz="20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2pPr>
            <a:lvl3pPr algn="l">
              <a:defRPr sz="20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3pPr>
            <a:lvl4pPr algn="l">
              <a:defRPr sz="20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4pPr>
            <a:lvl5pPr algn="l">
              <a:defRPr sz="20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5pPr>
            <a:lvl6pPr algn="l">
              <a:defRPr sz="20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6pPr>
            <a:lvl7pPr algn="l">
              <a:defRPr sz="20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7pPr>
            <a:lvl8pPr algn="l">
              <a:defRPr sz="20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8pPr>
            <a:lvl9pPr algn="l">
              <a:defRPr sz="20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Rota Global</a:t>
            </a:r>
          </a:p>
          <a:p xmlns:a="http://schemas.openxmlformats.org/drawingml/2006/main">
            <a:pPr algn="l">
              <a:defRPr sz="20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87 componentes</a:t>
            </a:r>
          </a:p>
          <a:p xmlns:a="http://schemas.openxmlformats.org/drawingml/2006/main">
            <a:pPr algn="l">
              <a:defRPr sz="20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Orbe, linha 749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A0B42EC-303E-4F32-B9C4-5A91604C8A2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69222320004c54"/>
          <a:srcRect xmlns:a="http://schemas.openxmlformats.org/drawingml/2006/main" l="0" t="0" r="23000" b="23500"/>
          <a:stretch xmlns:a="http://schemas.openxmlformats.org/drawingml/2006/main"/>
        </p:blipFill>
        <p:spPr>
          <a:xfrm xmlns:a="http://schemas.openxmlformats.org/drawingml/2006/main">
            <a:off x="4076700" y="1714500"/>
            <a:ext cx="7277100" cy="4191000"/>
          </a:xfrm>
          <a:prstGeom xmlns:a="http://schemas.openxmlformats.org/drawingml/2006/main" prst="rect">
            <a:avLst/>
          </a:prstGeom>
        </p:spPr>
      </p:pic>
      <p:sp>
        <p:nvSpPr>
          <p:cNvPr id="8" name="evidence-qualifier">
            <a:extLst xmlns:a="http://schemas.openxmlformats.org/drawingml/2006/main">
              <a:ext uri="{FF2B5EF4-FFF2-40B4-BE49-F238E27FC236}">
                <a16:creationId xmlns:a16="http://schemas.microsoft.com/office/drawing/2014/main" id="{543808F8-7D50-41DF-9421-CFF7A3052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191250"/>
            <a:ext cx="100012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Interface real · consulta às saídas publicadas, sem nova apuração</a:t>
            </a:r>
          </a:p>
        </p:txBody>
      </p:sp>
    </p:spTree>
    <p:extLst>
      <p:ext uri="{BB962C8B-B14F-4D97-AF65-F5344CB8AC3E}">
        <p14:creationId xmlns:p14="http://schemas.microsoft.com/office/powerpoint/2010/main" val="1929228015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6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595CB8B-BAB4-470B-B7BA-EEC92DB29BE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61a9857f0e412b">
            <a:extLst>
              <a:ext uri="{96DAC541-7B7A-43D3-8B79-37D633B846F1}">
                <asvg:svgBlip xmlns:asvg="http://schemas.microsoft.com/office/drawing/2016/SVG/main" r:embed="Rdc053cd27bbd4fb6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38200" y="485775"/>
            <a:ext cx="1000125" cy="209550"/>
          </a:xfrm>
          <a:prstGeom xmlns:a="http://schemas.openxmlformats.org/drawingml/2006/main" prst="rect">
            <a:avLst/>
          </a:prstGeom>
        </p:spPr>
      </p:pic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6555C7B3-72E0-405D-A2A0-90788D0E8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504825"/>
            <a:ext cx="3524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defPPr>
            <a:lvl1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1pPr>
            <a:lvl2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2pPr>
            <a:lvl3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3pPr>
            <a:lvl4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4pPr>
            <a:lvl5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5pPr>
            <a:lvl6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6pPr>
            <a:lvl7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7pPr>
            <a:lvl8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8pPr>
            <a:lvl9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pPr>
            <a:r>
              <a: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rPr>
              <a:t>DEMONSTRAÇÃO</a:t>
            </a:r>
          </a:p>
        </p:txBody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E7F56A8A-559A-478E-B09B-BA9E279E6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53175"/>
            <a:ext cx="304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defPPr>
            <a:lvl1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1pPr>
            <a:lvl2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2pPr>
            <a:lvl3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3pPr>
            <a:lvl4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4pPr>
            <a:lvl5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5pPr>
            <a:lvl6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6pPr>
            <a:lvl7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7pPr>
            <a:lvl8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8pPr>
            <a:lvl9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pPr>
            <a:r>
              <a: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rPr>
              <a:t>36</a:t>
            </a:r>
          </a:p>
        </p:txBody>
      </p:sp>
      <p:sp>
        <p:nvSpPr>
          <p:cNvPr id="4" name="evidence-heading">
            <a:extLst xmlns:a="http://schemas.openxmlformats.org/drawingml/2006/main">
              <a:ext uri="{FF2B5EF4-FFF2-40B4-BE49-F238E27FC236}">
                <a16:creationId xmlns:a16="http://schemas.microsoft.com/office/drawing/2014/main" id="{C2B13F66-61A9-4B99-B164-E4CA72041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266825"/>
            <a:ext cx="30289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2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defPPr>
            <a:lvl1pPr algn="l">
              <a:defRPr sz="32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1pPr>
            <a:lvl2pPr algn="l">
              <a:defRPr sz="32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2pPr>
            <a:lvl3pPr algn="l">
              <a:defRPr sz="32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3pPr>
            <a:lvl4pPr algn="l">
              <a:defRPr sz="32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4pPr>
            <a:lvl5pPr algn="l">
              <a:defRPr sz="32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5pPr>
            <a:lvl6pPr algn="l">
              <a:defRPr sz="32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6pPr>
            <a:lvl7pPr algn="l">
              <a:defRPr sz="32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7pPr>
            <a:lvl8pPr algn="l">
              <a:defRPr sz="32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8pPr>
            <a:lvl9pPr algn="l">
              <a:defRPr sz="32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2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pPr>
            <a:r>
              <a:rPr sz="3225" b="0">
                <a:solidFill>
                  <a:srgbClr val="132B2A"/>
                </a:solidFill>
                <a:latin typeface="Arial"/>
                <a:ea typeface="Arial"/>
                <a:cs typeface="Arial"/>
              </a:rPr>
              <a:t>Abre o caso</a:t>
            </a:r>
          </a:p>
        </p:txBody>
      </p:sp>
      <p:sp>
        <p:nvSpPr>
          <p:cNvPr id="5" name="evidence-heading-second">
            <a:extLst xmlns:a="http://schemas.openxmlformats.org/drawingml/2006/main">
              <a:ext uri="{FF2B5EF4-FFF2-40B4-BE49-F238E27FC236}">
                <a16:creationId xmlns:a16="http://schemas.microsoft.com/office/drawing/2014/main" id="{12812C40-796E-4576-A721-E008A8F82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57375"/>
            <a:ext cx="30289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2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defPPr>
            <a:lvl1pPr algn="l">
              <a:defRPr sz="32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1pPr>
            <a:lvl2pPr algn="l">
              <a:defRPr sz="32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2pPr>
            <a:lvl3pPr algn="l">
              <a:defRPr sz="32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3pPr>
            <a:lvl4pPr algn="l">
              <a:defRPr sz="32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4pPr>
            <a:lvl5pPr algn="l">
              <a:defRPr sz="32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5pPr>
            <a:lvl6pPr algn="l">
              <a:defRPr sz="32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6pPr>
            <a:lvl7pPr algn="l">
              <a:defRPr sz="32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7pPr>
            <a:lvl8pPr algn="l">
              <a:defRPr sz="32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8pPr>
            <a:lvl9pPr algn="l">
              <a:defRPr sz="32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2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pPr>
            <a:r>
              <a:rPr sz="3225" b="0">
                <a:solidFill>
                  <a:srgbClr val="1E6654"/>
                </a:solidFill>
                <a:latin typeface="Arial"/>
                <a:ea typeface="Arial"/>
                <a:cs typeface="Arial"/>
              </a:rPr>
              <a:t>com suas</a:t>
            </a:r>
          </a:p>
          <a:p xmlns:a="http://schemas.openxmlformats.org/drawingml/2006/main">
            <a:pPr algn="l">
              <a:defRPr sz="32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pPr>
            <a:r>
              <a:rPr sz="3225" b="0">
                <a:solidFill>
                  <a:srgbClr val="1E6654"/>
                </a:solidFill>
                <a:latin typeface="Arial"/>
                <a:ea typeface="Arial"/>
                <a:cs typeface="Arial"/>
              </a:rPr>
              <a:t>evidências</a:t>
            </a:r>
          </a:p>
        </p:txBody>
      </p:sp>
      <p:sp>
        <p:nvSpPr>
          <p:cNvPr id="6" name="demo-guidance">
            <a:extLst xmlns:a="http://schemas.openxmlformats.org/drawingml/2006/main">
              <a:ext uri="{FF2B5EF4-FFF2-40B4-BE49-F238E27FC236}">
                <a16:creationId xmlns:a16="http://schemas.microsoft.com/office/drawing/2014/main" id="{A1BDF4D4-8D2D-4E98-BFF2-A324B4B4E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48025"/>
            <a:ext cx="3009900" cy="1600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defPPr>
            <a:lvl1pPr algn="l">
              <a:defRPr sz="20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1pPr>
            <a:lvl2pPr algn="l">
              <a:defRPr sz="20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2pPr>
            <a:lvl3pPr algn="l">
              <a:defRPr sz="20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3pPr>
            <a:lvl4pPr algn="l">
              <a:defRPr sz="20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4pPr>
            <a:lvl5pPr algn="l">
              <a:defRPr sz="20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5pPr>
            <a:lvl6pPr algn="l">
              <a:defRPr sz="20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6pPr>
            <a:lvl7pPr algn="l">
              <a:defRPr sz="20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7pPr>
            <a:lvl8pPr algn="l">
              <a:defRPr sz="20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8pPr>
            <a:lvl9pPr algn="l">
              <a:defRPr sz="20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Valor e natureza</a:t>
            </a:r>
          </a:p>
          <a:p xmlns:a="http://schemas.openxmlformats.org/drawingml/2006/main">
            <a:pPr algn="l">
              <a:defRPr sz="20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Fontes do pacote</a:t>
            </a:r>
          </a:p>
          <a:p xmlns:a="http://schemas.openxmlformats.org/drawingml/2006/main">
            <a:pPr algn="l">
              <a:defRPr sz="20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Responsável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B19CD74-D924-45AA-BE0B-C9E90F2536F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4fdeccef9d0476f"/>
          <a:stretch xmlns:a="http://schemas.openxmlformats.org/drawingml/2006/main"/>
        </p:blipFill>
        <p:spPr>
          <a:xfrm xmlns:a="http://schemas.openxmlformats.org/drawingml/2006/main">
            <a:off x="4363861" y="1714500"/>
            <a:ext cx="6702778" cy="4191000"/>
          </a:xfrm>
          <a:prstGeom xmlns:a="http://schemas.openxmlformats.org/drawingml/2006/main" prst="rect">
            <a:avLst/>
          </a:prstGeom>
        </p:spPr>
      </p:pic>
      <p:sp>
        <p:nvSpPr>
          <p:cNvPr id="8" name="evidence-qualifier">
            <a:extLst xmlns:a="http://schemas.openxmlformats.org/drawingml/2006/main">
              <a:ext uri="{FF2B5EF4-FFF2-40B4-BE49-F238E27FC236}">
                <a16:creationId xmlns:a16="http://schemas.microsoft.com/office/drawing/2014/main" id="{F6048C58-4BEF-407C-B40F-02C4A797D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191250"/>
            <a:ext cx="100012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Interface real · consulta documental sem IA e sem aprovação financeira</a:t>
            </a:r>
          </a:p>
        </p:txBody>
      </p:sp>
    </p:spTree>
    <p:extLst>
      <p:ext uri="{BB962C8B-B14F-4D97-AF65-F5344CB8AC3E}">
        <p14:creationId xmlns:p14="http://schemas.microsoft.com/office/powerpoint/2010/main" val="401901503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F6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8B740E4-0643-492C-874C-E93958ECB6E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3f2cbcfa6747fc">
            <a:extLst>
              <a:ext uri="{96DAC541-7B7A-43D3-8B79-37D633B846F1}">
                <asvg:svgBlip xmlns:asvg="http://schemas.microsoft.com/office/drawing/2016/SVG/main" r:embed="Rb7eaa36b014d45d4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38200" y="485775"/>
            <a:ext cx="1000125" cy="209550"/>
          </a:xfrm>
          <a:prstGeom xmlns:a="http://schemas.openxmlformats.org/drawingml/2006/main" prst="rect">
            <a:avLst/>
          </a:prstGeom>
        </p:spPr>
      </p:pic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74A1795C-3794-4AC0-829B-BA71104B2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504825"/>
            <a:ext cx="3524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defPPr>
            <a:lvl1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1pPr>
            <a:lvl2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2pPr>
            <a:lvl3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3pPr>
            <a:lvl4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4pPr>
            <a:lvl5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5pPr>
            <a:lvl6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6pPr>
            <a:lvl7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7pPr>
            <a:lvl8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8pPr>
            <a:lvl9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pPr>
            <a:r>
              <a: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rPr>
              <a:t>LIMITES DA SOLUÇÃO</a:t>
            </a:r>
          </a:p>
        </p:txBody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32511F76-0984-40A4-8871-2858A7BC0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53175"/>
            <a:ext cx="304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defPPr>
            <a:lvl1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1pPr>
            <a:lvl2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2pPr>
            <a:lvl3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3pPr>
            <a:lvl4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4pPr>
            <a:lvl5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5pPr>
            <a:lvl6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6pPr>
            <a:lvl7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7pPr>
            <a:lvl8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8pPr>
            <a:lvl9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pPr>
            <a:r>
              <a: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rPr>
              <a:t>37</a:t>
            </a:r>
          </a:p>
        </p:txBody>
      </p:sp>
      <p:sp>
        <p:nvSpPr>
          <p:cNvPr id="4" name="evidence-heading">
            <a:extLst xmlns:a="http://schemas.openxmlformats.org/drawingml/2006/main">
              <a:ext uri="{FF2B5EF4-FFF2-40B4-BE49-F238E27FC236}">
                <a16:creationId xmlns:a16="http://schemas.microsoft.com/office/drawing/2014/main" id="{CF37EBD0-F170-4170-8530-CFF62B2DB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266825"/>
            <a:ext cx="30289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2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defPPr>
            <a:lvl1pPr algn="l">
              <a:defRPr sz="32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1pPr>
            <a:lvl2pPr algn="l">
              <a:defRPr sz="32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2pPr>
            <a:lvl3pPr algn="l">
              <a:defRPr sz="32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3pPr>
            <a:lvl4pPr algn="l">
              <a:defRPr sz="32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4pPr>
            <a:lvl5pPr algn="l">
              <a:defRPr sz="32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5pPr>
            <a:lvl6pPr algn="l">
              <a:defRPr sz="32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6pPr>
            <a:lvl7pPr algn="l">
              <a:defRPr sz="32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7pPr>
            <a:lvl8pPr algn="l">
              <a:defRPr sz="32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8pPr>
            <a:lvl9pPr algn="l">
              <a:defRPr sz="32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2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pPr>
            <a:r>
              <a:rPr sz="3225" b="0">
                <a:solidFill>
                  <a:srgbClr val="132B2A"/>
                </a:solidFill>
                <a:latin typeface="Arial"/>
                <a:ea typeface="Arial"/>
                <a:cs typeface="Arial"/>
              </a:rPr>
              <a:t>Atlas aguarda</a:t>
            </a:r>
          </a:p>
        </p:txBody>
      </p:sp>
      <p:sp>
        <p:nvSpPr>
          <p:cNvPr id="5" name="evidence-heading-second">
            <a:extLst xmlns:a="http://schemas.openxmlformats.org/drawingml/2006/main">
              <a:ext uri="{FF2B5EF4-FFF2-40B4-BE49-F238E27FC236}">
                <a16:creationId xmlns:a16="http://schemas.microsoft.com/office/drawing/2014/main" id="{00E62AD5-8B4A-4277-82A9-287797800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57375"/>
            <a:ext cx="30289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2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defPPr>
            <a:lvl1pPr algn="l">
              <a:defRPr sz="32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1pPr>
            <a:lvl2pPr algn="l">
              <a:defRPr sz="32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2pPr>
            <a:lvl3pPr algn="l">
              <a:defRPr sz="32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3pPr>
            <a:lvl4pPr algn="l">
              <a:defRPr sz="32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4pPr>
            <a:lvl5pPr algn="l">
              <a:defRPr sz="32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5pPr>
            <a:lvl6pPr algn="l">
              <a:defRPr sz="32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6pPr>
            <a:lvl7pPr algn="l">
              <a:defRPr sz="32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7pPr>
            <a:lvl8pPr algn="l">
              <a:defRPr sz="32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8pPr>
            <a:lvl9pPr algn="l">
              <a:defRPr sz="32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2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pPr>
            <a:r>
              <a:rPr sz="3225" b="0">
                <a:solidFill>
                  <a:srgbClr val="1E6654"/>
                </a:solidFill>
                <a:latin typeface="Arial"/>
                <a:ea typeface="Arial"/>
                <a:cs typeface="Arial"/>
              </a:rPr>
              <a:t>a condição</a:t>
            </a:r>
          </a:p>
          <a:p xmlns:a="http://schemas.openxmlformats.org/drawingml/2006/main">
            <a:pPr algn="l">
              <a:defRPr sz="32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pPr>
            <a:r>
              <a:rPr sz="3225" b="0">
                <a:solidFill>
                  <a:srgbClr val="1E6654"/>
                </a:solidFill>
                <a:latin typeface="Arial"/>
                <a:ea typeface="Arial"/>
                <a:cs typeface="Arial"/>
              </a:rPr>
              <a:t>comercial</a:t>
            </a:r>
          </a:p>
        </p:txBody>
      </p:sp>
      <p:sp>
        <p:nvSpPr>
          <p:cNvPr id="6" name="demo-guidance">
            <a:extLst xmlns:a="http://schemas.openxmlformats.org/drawingml/2006/main">
              <a:ext uri="{FF2B5EF4-FFF2-40B4-BE49-F238E27FC236}">
                <a16:creationId xmlns:a16="http://schemas.microsoft.com/office/drawing/2014/main" id="{D54A013B-4598-4F21-B871-61CD2CE57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48025"/>
            <a:ext cx="3009900" cy="1600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defPPr>
            <a:lvl1pPr algn="l">
              <a:defRPr sz="20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1pPr>
            <a:lvl2pPr algn="l">
              <a:defRPr sz="20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2pPr>
            <a:lvl3pPr algn="l">
              <a:defRPr sz="20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3pPr>
            <a:lvl4pPr algn="l">
              <a:defRPr sz="20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4pPr>
            <a:lvl5pPr algn="l">
              <a:defRPr sz="20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5pPr>
            <a:lvl6pPr algn="l">
              <a:defRPr sz="20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6pPr>
            <a:lvl7pPr algn="l">
              <a:defRPr sz="20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7pPr>
            <a:lvl8pPr algn="l">
              <a:defRPr sz="20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8pPr>
            <a:lvl9pPr algn="l">
              <a:defRPr sz="20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Taxa desconhecida</a:t>
            </a:r>
          </a:p>
          <a:p xmlns:a="http://schemas.openxmlformats.org/drawingml/2006/main">
            <a:pPr algn="l">
              <a:defRPr sz="20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Comercial + Helena</a:t>
            </a:r>
          </a:p>
          <a:p xmlns:a="http://schemas.openxmlformats.org/drawingml/2006/main">
            <a:pPr algn="l">
              <a:defRPr sz="20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Faturamento pendente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C5E9915-6034-48FE-BEF4-D08B709FB93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c300fcbef874601"/>
          <a:srcRect xmlns:a="http://schemas.openxmlformats.org/drawingml/2006/main" l="0" t="0" r="23000" b="23500"/>
          <a:stretch xmlns:a="http://schemas.openxmlformats.org/drawingml/2006/main"/>
        </p:blipFill>
        <p:spPr>
          <a:xfrm xmlns:a="http://schemas.openxmlformats.org/drawingml/2006/main">
            <a:off x="4076700" y="1714500"/>
            <a:ext cx="7277100" cy="4191000"/>
          </a:xfrm>
          <a:prstGeom xmlns:a="http://schemas.openxmlformats.org/drawingml/2006/main" prst="rect">
            <a:avLst/>
          </a:prstGeom>
        </p:spPr>
      </p:pic>
      <p:sp>
        <p:nvSpPr>
          <p:cNvPr id="8" name="evidence-qualifier">
            <a:extLst xmlns:a="http://schemas.openxmlformats.org/drawingml/2006/main">
              <a:ext uri="{FF2B5EF4-FFF2-40B4-BE49-F238E27FC236}">
                <a16:creationId xmlns:a16="http://schemas.microsoft.com/office/drawing/2014/main" id="{1365AB9A-A738-4755-8176-16D9A54D6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191250"/>
            <a:ext cx="100012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Interface real · consulta às saídas publicadas, sem nova apuração</a:t>
            </a:r>
          </a:p>
        </p:txBody>
      </p:sp>
      <p:sp>
        <p:nvSpPr>
          <p:cNvPr id="9" name="atlas-amount-boundary">
            <a:extLst xmlns:a="http://schemas.openxmlformats.org/drawingml/2006/main">
              <a:ext uri="{FF2B5EF4-FFF2-40B4-BE49-F238E27FC236}">
                <a16:creationId xmlns:a16="http://schemas.microsoft.com/office/drawing/2014/main" id="{DF027ED0-1318-4171-A86C-C5897F273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248275"/>
            <a:ext cx="302895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defPPr>
            <a:lvl1pPr algn="l">
              <a:defRPr sz="180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1pPr>
            <a:lvl2pPr algn="l">
              <a:defRPr sz="180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2pPr>
            <a:lvl3pPr algn="l">
              <a:defRPr sz="180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3pPr>
            <a:lvl4pPr algn="l">
              <a:defRPr sz="180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4pPr>
            <a:lvl5pPr algn="l">
              <a:defRPr sz="180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5pPr>
            <a:lvl6pPr algn="l">
              <a:defRPr sz="180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6pPr>
            <a:lvl7pPr algn="l">
              <a:defRPr sz="180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7pPr>
            <a:lvl8pPr algn="l">
              <a:defRPr sz="180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8pPr>
            <a:lvl9pPr algn="l">
              <a:defRPr sz="180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E6654"/>
                </a:solidFill>
                <a:latin typeface="Arial"/>
                <a:ea typeface="Arial"/>
                <a:cs typeface="Arial"/>
              </a:rPr>
              <a:t>Volume conhecido.</a:t>
            </a:r>
          </a:p>
          <a:p xmlns:a="http://schemas.openxmlformats.org/drawingml/2006/main">
            <a:pPr algn="l">
              <a:defRPr sz="180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E6654"/>
                </a:solidFill>
                <a:latin typeface="Arial"/>
                <a:ea typeface="Arial"/>
                <a:cs typeface="Arial"/>
              </a:rPr>
              <a:t>Comissão desconhecida.</a:t>
            </a:r>
          </a:p>
        </p:txBody>
      </p:sp>
    </p:spTree>
    <p:extLst>
      <p:ext uri="{BB962C8B-B14F-4D97-AF65-F5344CB8AC3E}">
        <p14:creationId xmlns:p14="http://schemas.microsoft.com/office/powerpoint/2010/main" val="785279895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F6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54ADCC1-6F13-44CB-ADB7-08D7B454C54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fce4d91b97d4fd6">
            <a:extLst>
              <a:ext uri="{96DAC541-7B7A-43D3-8B79-37D633B846F1}">
                <asvg:svgBlip xmlns:asvg="http://schemas.microsoft.com/office/drawing/2016/SVG/main" r:embed="R78fdccc82bb843f7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38200" y="485775"/>
            <a:ext cx="1000125" cy="209550"/>
          </a:xfrm>
          <a:prstGeom xmlns:a="http://schemas.openxmlformats.org/drawingml/2006/main" prst="rect">
            <a:avLst/>
          </a:prstGeom>
        </p:spPr>
      </p:pic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2EBA896E-931D-429B-9626-59F3D6E73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504825"/>
            <a:ext cx="3524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defPPr>
            <a:lvl1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1pPr>
            <a:lvl2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2pPr>
            <a:lvl3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3pPr>
            <a:lvl4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4pPr>
            <a:lvl5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5pPr>
            <a:lvl6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6pPr>
            <a:lvl7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7pPr>
            <a:lvl8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8pPr>
            <a:lvl9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pPr>
            <a:r>
              <a: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rPr>
              <a:t>COMO CONSTRUÍMOS</a:t>
            </a:r>
          </a:p>
        </p:txBody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A5F67DCC-1299-401A-87A8-BB6179A03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53175"/>
            <a:ext cx="304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defPPr>
            <a:lvl1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1pPr>
            <a:lvl2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2pPr>
            <a:lvl3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3pPr>
            <a:lvl4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4pPr>
            <a:lvl5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5pPr>
            <a:lvl6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6pPr>
            <a:lvl7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7pPr>
            <a:lvl8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8pPr>
            <a:lvl9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pPr>
            <a:r>
              <a: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rPr>
              <a:t>38</a:t>
            </a:r>
          </a:p>
        </p:txBody>
      </p:sp>
      <p:sp>
        <p:nvSpPr>
          <p:cNvPr id="4" name="evidence-heading">
            <a:extLst xmlns:a="http://schemas.openxmlformats.org/drawingml/2006/main">
              <a:ext uri="{FF2B5EF4-FFF2-40B4-BE49-F238E27FC236}">
                <a16:creationId xmlns:a16="http://schemas.microsoft.com/office/drawing/2014/main" id="{4E537C88-90CD-45A2-8689-352E5D8B1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266825"/>
            <a:ext cx="105156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defPPr>
            <a:lvl1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1pPr>
            <a:lvl2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2pPr>
            <a:lvl3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3pPr>
            <a:lvl4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4pPr>
            <a:lvl5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5pPr>
            <a:lvl6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6pPr>
            <a:lvl7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7pPr>
            <a:lvl8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8pPr>
            <a:lvl9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pPr>
            <a:r>
              <a:rPr sz="3750" b="0">
                <a:solidFill>
                  <a:srgbClr val="132B2A"/>
                </a:solidFill>
                <a:latin typeface="Arial"/>
                <a:ea typeface="Arial"/>
                <a:cs typeface="Arial"/>
              </a:rPr>
              <a:t>A IA propôs uma pergunta</a:t>
            </a:r>
          </a:p>
        </p:txBody>
      </p:sp>
      <p:sp>
        <p:nvSpPr>
          <p:cNvPr id="5" name="evidence-heading-second">
            <a:extLst xmlns:a="http://schemas.openxmlformats.org/drawingml/2006/main">
              <a:ext uri="{FF2B5EF4-FFF2-40B4-BE49-F238E27FC236}">
                <a16:creationId xmlns:a16="http://schemas.microsoft.com/office/drawing/2014/main" id="{4A07DA4C-68C0-45B7-A6CE-CCE57C462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95475"/>
            <a:ext cx="105156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defPPr>
            <a:lvl1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1pPr>
            <a:lvl2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2pPr>
            <a:lvl3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3pPr>
            <a:lvl4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4pPr>
            <a:lvl5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5pPr>
            <a:lvl6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6pPr>
            <a:lvl7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7pPr>
            <a:lvl8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8pPr>
            <a:lvl9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pPr>
            <a:r>
              <a:rPr sz="3750" b="0">
                <a:solidFill>
                  <a:srgbClr val="1E6654"/>
                </a:solidFill>
                <a:latin typeface="Arial"/>
                <a:ea typeface="Arial"/>
                <a:cs typeface="Arial"/>
              </a:rPr>
              <a:t>que não mudava a solução</a:t>
            </a:r>
          </a:p>
        </p:txBody>
      </p:sp>
      <p:sp>
        <p:nvSpPr>
          <p:cNvPr id="6" name="bad-question">
            <a:extLst xmlns:a="http://schemas.openxmlformats.org/drawingml/2006/main">
              <a:ext uri="{FF2B5EF4-FFF2-40B4-BE49-F238E27FC236}">
                <a16:creationId xmlns:a16="http://schemas.microsoft.com/office/drawing/2014/main" id="{CC56908C-D66C-4044-A9E2-B8670B954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19450"/>
            <a:ext cx="8382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8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defPPr>
            <a:lvl1pPr algn="l">
              <a:defRPr sz="28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1pPr>
            <a:lvl2pPr algn="l">
              <a:defRPr sz="28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2pPr>
            <a:lvl3pPr algn="l">
              <a:defRPr sz="28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3pPr>
            <a:lvl4pPr algn="l">
              <a:defRPr sz="28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4pPr>
            <a:lvl5pPr algn="l">
              <a:defRPr sz="28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5pPr>
            <a:lvl6pPr algn="l">
              <a:defRPr sz="28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6pPr>
            <a:lvl7pPr algn="l">
              <a:defRPr sz="28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7pPr>
            <a:lvl8pPr algn="l">
              <a:defRPr sz="28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8pPr>
            <a:lvl9pPr algn="l">
              <a:defRPr sz="28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8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2850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Revisar tudo ou só o que mudou</a:t>
            </a:r>
          </a:p>
          <a:p xmlns:a="http://schemas.openxmlformats.org/drawingml/2006/main">
            <a:pPr algn="l">
              <a:defRPr sz="28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2850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após um ajuste tardio?</a:t>
            </a:r>
          </a:p>
        </p:txBody>
      </p:sp>
      <p:cxnSp>
        <p:nvCxnSpPr>
          <p:cNvPr id="7" name="correction-link">
            <a:extLst xmlns:a="http://schemas.openxmlformats.org/drawingml/2006/main">
              <a:ext uri="{FF2B5EF4-FFF2-40B4-BE49-F238E27FC236}">
                <a16:creationId xmlns:a16="http://schemas.microsoft.com/office/drawing/2014/main" id="{012C3A7D-35F8-4A15-AF88-2E139EF750A6}"/>
              </a:ext>
            </a:extLst>
          </p:cNvPr>
          <p:cNvCxnSpPr/>
          <p:nvPr/>
        </p:nvCxnSpPr>
        <p:spPr>
          <a:xfrm xmlns:a="http://schemas.openxmlformats.org/drawingml/2006/main">
            <a:off x="1095375" y="4552950"/>
            <a:ext cx="0" cy="390525"/>
          </a:xfrm>
          <a:prstGeom xmlns:a="http://schemas.openxmlformats.org/drawingml/2006/main" prst="straightConnector1">
            <a:avLst/>
          </a:prstGeom>
          <a:ln xmlns:a="http://schemas.openxmlformats.org/drawingml/2006/main" w="12383">
            <a:solidFill>
              <a:srgbClr val="1E6654"/>
            </a:solidFill>
            <a:tailEnd type="triangle" w="sm" len="sm"/>
          </a:ln>
        </p:spPr>
      </p:cxnSp>
      <p:sp>
        <p:nvSpPr>
          <p:cNvPr id="8" name="human-correction">
            <a:extLst xmlns:a="http://schemas.openxmlformats.org/drawingml/2006/main">
              <a:ext uri="{FF2B5EF4-FFF2-40B4-BE49-F238E27FC236}">
                <a16:creationId xmlns:a16="http://schemas.microsoft.com/office/drawing/2014/main" id="{C95E14A4-0342-431F-902B-53275DC53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219700"/>
            <a:ext cx="104775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3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defPPr>
            <a:lvl1pPr algn="l">
              <a:defRPr sz="23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1pPr>
            <a:lvl2pPr algn="l">
              <a:defRPr sz="23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2pPr>
            <a:lvl3pPr algn="l">
              <a:defRPr sz="23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3pPr>
            <a:lvl4pPr algn="l">
              <a:defRPr sz="23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4pPr>
            <a:lvl5pPr algn="l">
              <a:defRPr sz="23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5pPr>
            <a:lvl6pPr algn="l">
              <a:defRPr sz="23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6pPr>
            <a:lvl7pPr algn="l">
              <a:defRPr sz="23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7pPr>
            <a:lvl8pPr algn="l">
              <a:defRPr sz="23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8pPr>
            <a:lvl9pPr algn="l">
              <a:defRPr sz="23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3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E6654"/>
                </a:solidFill>
                <a:latin typeface="Arial"/>
                <a:ea typeface="Arial"/>
                <a:cs typeface="Arial"/>
              </a:rPr>
              <a:t>O participante rejeitou a proposta</a:t>
            </a:r>
          </a:p>
          <a:p xmlns:a="http://schemas.openxmlformats.org/drawingml/2006/main">
            <a:pPr algn="l">
              <a:defRPr sz="23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E6654"/>
                </a:solidFill>
                <a:latin typeface="Arial"/>
                <a:ea typeface="Arial"/>
                <a:cs typeface="Arial"/>
              </a:rPr>
              <a:t>e exigiu uma dúvida que afetasse o cálculo.</a:t>
            </a:r>
          </a:p>
        </p:txBody>
      </p:sp>
      <p:sp>
        <p:nvSpPr>
          <p:cNvPr id="9" name="evidence-qualifier">
            <a:extLst xmlns:a="http://schemas.openxmlformats.org/drawingml/2006/main">
              <a:ext uri="{FF2B5EF4-FFF2-40B4-BE49-F238E27FC236}">
                <a16:creationId xmlns:a16="http://schemas.microsoft.com/office/drawing/2014/main" id="{A23B1E5E-9B8F-4D35-A84E-4E3BD4088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191250"/>
            <a:ext cx="100012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Histórico real · PROMPTS/SESSAO_001.md e conversa pública</a:t>
            </a:r>
          </a:p>
        </p:txBody>
      </p:sp>
    </p:spTree>
    <p:extLst>
      <p:ext uri="{BB962C8B-B14F-4D97-AF65-F5344CB8AC3E}">
        <p14:creationId xmlns:p14="http://schemas.microsoft.com/office/powerpoint/2010/main" val="1138784245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F6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FCBF155-8273-4A5B-8040-E2CD3345C0F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dadf783d2de447f">
            <a:extLst>
              <a:ext uri="{96DAC541-7B7A-43D3-8B79-37D633B846F1}">
                <asvg:svgBlip xmlns:asvg="http://schemas.microsoft.com/office/drawing/2016/SVG/main" r:embed="R1ed202c50f29447d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38200" y="485775"/>
            <a:ext cx="1000125" cy="209550"/>
          </a:xfrm>
          <a:prstGeom xmlns:a="http://schemas.openxmlformats.org/drawingml/2006/main" prst="rect">
            <a:avLst/>
          </a:prstGeom>
        </p:spPr>
      </p:pic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232AA614-6E6D-4C78-A702-1CA01418D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504825"/>
            <a:ext cx="3524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defPPr>
            <a:lvl1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1pPr>
            <a:lvl2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2pPr>
            <a:lvl3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3pPr>
            <a:lvl4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4pPr>
            <a:lvl5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5pPr>
            <a:lvl6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6pPr>
            <a:lvl7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7pPr>
            <a:lvl8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8pPr>
            <a:lvl9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pPr>
            <a:r>
              <a: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rPr>
              <a:t>PERGUNTAR ANTES DE ASSUMIR</a:t>
            </a:r>
          </a:p>
        </p:txBody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E423182C-BED3-4A84-9DCE-9B2A60265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53175"/>
            <a:ext cx="304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defPPr>
            <a:lvl1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1pPr>
            <a:lvl2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2pPr>
            <a:lvl3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3pPr>
            <a:lvl4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4pPr>
            <a:lvl5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5pPr>
            <a:lvl6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6pPr>
            <a:lvl7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7pPr>
            <a:lvl8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8pPr>
            <a:lvl9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pPr>
            <a:r>
              <a: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rPr>
              <a:t>39</a:t>
            </a:r>
          </a:p>
        </p:txBody>
      </p:sp>
      <p:sp>
        <p:nvSpPr>
          <p:cNvPr id="4" name="evidence-heading">
            <a:extLst xmlns:a="http://schemas.openxmlformats.org/drawingml/2006/main">
              <a:ext uri="{FF2B5EF4-FFF2-40B4-BE49-F238E27FC236}">
                <a16:creationId xmlns:a16="http://schemas.microsoft.com/office/drawing/2014/main" id="{00289F43-2CDC-4577-9898-11A50FFC5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266825"/>
            <a:ext cx="105156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defPPr>
            <a:lvl1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1pPr>
            <a:lvl2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2pPr>
            <a:lvl3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3pPr>
            <a:lvl4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4pPr>
            <a:lvl5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5pPr>
            <a:lvl6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6pPr>
            <a:lvl7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7pPr>
            <a:lvl8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8pPr>
            <a:lvl9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pPr>
            <a:r>
              <a:rPr sz="3750" b="0">
                <a:solidFill>
                  <a:srgbClr val="132B2A"/>
                </a:solidFill>
                <a:latin typeface="Arial"/>
                <a:ea typeface="Arial"/>
                <a:cs typeface="Arial"/>
              </a:rPr>
              <a:t>David levou uma operação</a:t>
            </a:r>
          </a:p>
        </p:txBody>
      </p:sp>
      <p:sp>
        <p:nvSpPr>
          <p:cNvPr id="5" name="evidence-heading-second">
            <a:extLst xmlns:a="http://schemas.openxmlformats.org/drawingml/2006/main">
              <a:ext uri="{FF2B5EF4-FFF2-40B4-BE49-F238E27FC236}">
                <a16:creationId xmlns:a16="http://schemas.microsoft.com/office/drawing/2014/main" id="{4CA50A84-11A6-4372-B008-1057C2E1C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95475"/>
            <a:ext cx="105156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defPPr>
            <a:lvl1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1pPr>
            <a:lvl2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2pPr>
            <a:lvl3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3pPr>
            <a:lvl4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4pPr>
            <a:lvl5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5pPr>
            <a:lvl6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6pPr>
            <a:lvl7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7pPr>
            <a:lvl8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8pPr>
            <a:lvl9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pPr>
            <a:r>
              <a:rPr sz="3750" b="0">
                <a:solidFill>
                  <a:srgbClr val="1E6654"/>
                </a:solidFill>
                <a:latin typeface="Arial"/>
                <a:ea typeface="Arial"/>
                <a:cs typeface="Arial"/>
              </a:rPr>
              <a:t>à pergunta para o financeiro</a:t>
            </a:r>
          </a:p>
        </p:txBody>
      </p:sp>
      <p:sp>
        <p:nvSpPr>
          <p:cNvPr id="6" name="question">
            <a:extLst xmlns:a="http://schemas.openxmlformats.org/drawingml/2006/main">
              <a:ext uri="{FF2B5EF4-FFF2-40B4-BE49-F238E27FC236}">
                <a16:creationId xmlns:a16="http://schemas.microsoft.com/office/drawing/2014/main" id="{FB94BB05-7AD8-4AB7-A922-E5D4FADA8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09925"/>
            <a:ext cx="10515600" cy="1076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7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defPPr>
            <a:lvl1pPr algn="l">
              <a:defRPr sz="27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1pPr>
            <a:lvl2pPr algn="l">
              <a:defRPr sz="27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2pPr>
            <a:lvl3pPr algn="l">
              <a:defRPr sz="27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3pPr>
            <a:lvl4pPr algn="l">
              <a:defRPr sz="27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4pPr>
            <a:lvl5pPr algn="l">
              <a:defRPr sz="27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5pPr>
            <a:lvl6pPr algn="l">
              <a:defRPr sz="27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6pPr>
            <a:lvl7pPr algn="l">
              <a:defRPr sz="27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7pPr>
            <a:lvl8pPr algn="l">
              <a:defRPr sz="27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8pPr>
            <a:lvl9pPr algn="l">
              <a:defRPr sz="27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7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pPr>
            <a:r>
              <a:rPr sz="2700" b="0">
                <a:solidFill>
                  <a:srgbClr val="132B2A"/>
                </a:solidFill>
                <a:latin typeface="Arial"/>
                <a:ea typeface="Arial"/>
                <a:cs typeface="Arial"/>
              </a:rPr>
              <a:t>A isenção vale pela data da antecipação</a:t>
            </a:r>
          </a:p>
          <a:p xmlns:a="http://schemas.openxmlformats.org/drawingml/2006/main">
            <a:pPr algn="l">
              <a:defRPr sz="27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pPr>
            <a:r>
              <a:rPr sz="2700" b="0">
                <a:solidFill>
                  <a:srgbClr val="132B2A"/>
                </a:solidFill>
                <a:latin typeface="Arial"/>
                <a:ea typeface="Arial"/>
                <a:cs typeface="Arial"/>
              </a:rPr>
              <a:t>ou pelas vendas que geraram os recebíveis?</a:t>
            </a:r>
          </a:p>
        </p:txBody>
      </p:sp>
      <p:sp>
        <p:nvSpPr>
          <p:cNvPr id="7" name="operation">
            <a:extLst xmlns:a="http://schemas.openxmlformats.org/drawingml/2006/main">
              <a:ext uri="{FF2B5EF4-FFF2-40B4-BE49-F238E27FC236}">
                <a16:creationId xmlns:a16="http://schemas.microsoft.com/office/drawing/2014/main" id="{C55971D1-E4B6-44FC-B4E6-8DE84CA59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810125"/>
            <a:ext cx="62388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2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defPPr>
            <a:lvl1pPr algn="l">
              <a:defRPr sz="32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1pPr>
            <a:lvl2pPr algn="l">
              <a:defRPr sz="32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2pPr>
            <a:lvl3pPr algn="l">
              <a:defRPr sz="32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3pPr>
            <a:lvl4pPr algn="l">
              <a:defRPr sz="32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4pPr>
            <a:lvl5pPr algn="l">
              <a:defRPr sz="32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5pPr>
            <a:lvl6pPr algn="l">
              <a:defRPr sz="32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6pPr>
            <a:lvl7pPr algn="l">
              <a:defRPr sz="32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7pPr>
            <a:lvl8pPr algn="l">
              <a:defRPr sz="32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8pPr>
            <a:lvl9pPr algn="l">
              <a:defRPr sz="32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2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pPr>
            <a:r>
              <a:rPr sz="3225" b="0">
                <a:solidFill>
                  <a:srgbClr val="1E6654"/>
                </a:solidFill>
                <a:latin typeface="Arial"/>
                <a:ea typeface="Arial"/>
                <a:cs typeface="Arial"/>
              </a:rPr>
              <a:t>AN88445172</a:t>
            </a:r>
          </a:p>
        </p:txBody>
      </p:sp>
      <p:sp>
        <p:nvSpPr>
          <p:cNvPr id="8" name="operation-context">
            <a:extLst xmlns:a="http://schemas.openxmlformats.org/drawingml/2006/main">
              <a:ext uri="{FF2B5EF4-FFF2-40B4-BE49-F238E27FC236}">
                <a16:creationId xmlns:a16="http://schemas.microsoft.com/office/drawing/2014/main" id="{0CA795D4-E06D-4146-A584-691940E51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553075"/>
            <a:ext cx="9525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defPPr>
            <a:lvl1pPr algn="l">
              <a:defRPr sz="19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1pPr>
            <a:lvl2pPr algn="l">
              <a:defRPr sz="19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2pPr>
            <a:lvl3pPr algn="l">
              <a:defRPr sz="19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3pPr>
            <a:lvl4pPr algn="l">
              <a:defRPr sz="19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4pPr>
            <a:lvl5pPr algn="l">
              <a:defRPr sz="19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5pPr>
            <a:lvl6pPr algn="l">
              <a:defRPr sz="19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6pPr>
            <a:lvl7pPr algn="l">
              <a:defRPr sz="19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7pPr>
            <a:lvl8pPr algn="l">
              <a:defRPr sz="19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8pPr>
            <a:lvl9pPr algn="l">
              <a:defRPr sz="19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09/09 · vendas de origem sem referência</a:t>
            </a:r>
          </a:p>
        </p:txBody>
      </p:sp>
      <p:sp>
        <p:nvSpPr>
          <p:cNvPr id="9" name="evidence-qualifier">
            <a:extLst xmlns:a="http://schemas.openxmlformats.org/drawingml/2006/main">
              <a:ext uri="{FF2B5EF4-FFF2-40B4-BE49-F238E27FC236}">
                <a16:creationId xmlns:a16="http://schemas.microsoft.com/office/drawing/2014/main" id="{0A61B222-9425-4D23-AF0D-1FDD23FB0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191250"/>
            <a:ext cx="100012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Pergunta enviada · resposta para David transcrita pela participante</a:t>
            </a:r>
          </a:p>
        </p:txBody>
      </p:sp>
    </p:spTree>
    <p:extLst>
      <p:ext uri="{BB962C8B-B14F-4D97-AF65-F5344CB8AC3E}">
        <p14:creationId xmlns:p14="http://schemas.microsoft.com/office/powerpoint/2010/main" val="1395493499"/>
      </p:ext>
    </p:extLst>
  </p:cSld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F6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3A7410D-17D7-4F10-A99A-F01313132F9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53ea5075d204d86">
            <a:extLst>
              <a:ext uri="{96DAC541-7B7A-43D3-8B79-37D633B846F1}">
                <asvg:svgBlip xmlns:asvg="http://schemas.microsoft.com/office/drawing/2016/SVG/main" r:embed="R9d1db9848d114920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38200" y="485775"/>
            <a:ext cx="1000125" cy="209550"/>
          </a:xfrm>
          <a:prstGeom xmlns:a="http://schemas.openxmlformats.org/drawingml/2006/main" prst="rect">
            <a:avLst/>
          </a:prstGeom>
        </p:spPr>
      </p:pic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AF78E87C-C7A0-4D81-9623-5765B4DBB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504825"/>
            <a:ext cx="3524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defPPr>
            <a:lvl1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1pPr>
            <a:lvl2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2pPr>
            <a:lvl3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3pPr>
            <a:lvl4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4pPr>
            <a:lvl5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5pPr>
            <a:lvl6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6pPr>
            <a:lvl7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7pPr>
            <a:lvl8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8pPr>
            <a:lvl9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pPr>
            <a:r>
              <a: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rPr>
              <a:t>REGRA CONFIRMADA</a:t>
            </a:r>
          </a:p>
        </p:txBody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A01EEB86-6CA8-49B8-AD45-824EBA15B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53175"/>
            <a:ext cx="304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defPPr>
            <a:lvl1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1pPr>
            <a:lvl2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2pPr>
            <a:lvl3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3pPr>
            <a:lvl4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4pPr>
            <a:lvl5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5pPr>
            <a:lvl6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6pPr>
            <a:lvl7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7pPr>
            <a:lvl8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8pPr>
            <a:lvl9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pPr>
            <a:r>
              <a: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rPr>
              <a:t>40</a:t>
            </a:r>
          </a:p>
        </p:txBody>
      </p:sp>
      <p:sp>
        <p:nvSpPr>
          <p:cNvPr id="4" name="evidence-heading">
            <a:extLst xmlns:a="http://schemas.openxmlformats.org/drawingml/2006/main">
              <a:ext uri="{FF2B5EF4-FFF2-40B4-BE49-F238E27FC236}">
                <a16:creationId xmlns:a16="http://schemas.microsoft.com/office/drawing/2014/main" id="{72EECC44-44AB-4306-B27B-99D02A487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266825"/>
            <a:ext cx="105156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defPPr>
            <a:lvl1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1pPr>
            <a:lvl2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2pPr>
            <a:lvl3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3pPr>
            <a:lvl4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4pPr>
            <a:lvl5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5pPr>
            <a:lvl6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6pPr>
            <a:lvl7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7pPr>
            <a:lvl8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8pPr>
            <a:lvl9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pPr>
            <a:r>
              <a:rPr sz="3750" b="0">
                <a:solidFill>
                  <a:srgbClr val="132B2A"/>
                </a:solidFill>
                <a:latin typeface="Arial"/>
                <a:ea typeface="Arial"/>
                <a:cs typeface="Arial"/>
              </a:rPr>
              <a:t>Helena confirmou</a:t>
            </a:r>
          </a:p>
        </p:txBody>
      </p:sp>
      <p:sp>
        <p:nvSpPr>
          <p:cNvPr id="5" name="evidence-heading-second">
            <a:extLst xmlns:a="http://schemas.openxmlformats.org/drawingml/2006/main">
              <a:ext uri="{FF2B5EF4-FFF2-40B4-BE49-F238E27FC236}">
                <a16:creationId xmlns:a16="http://schemas.microsoft.com/office/drawing/2014/main" id="{F8281B12-C5D7-4CAE-8C0E-E8A04DFA0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95475"/>
            <a:ext cx="105156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defPPr>
            <a:lvl1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1pPr>
            <a:lvl2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2pPr>
            <a:lvl3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3pPr>
            <a:lvl4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4pPr>
            <a:lvl5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5pPr>
            <a:lvl6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6pPr>
            <a:lvl7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7pPr>
            <a:lvl8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8pPr>
            <a:lvl9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pPr>
            <a:r>
              <a:rPr sz="3750" b="0">
                <a:solidFill>
                  <a:srgbClr val="1E6654"/>
                </a:solidFill>
                <a:latin typeface="Arial"/>
                <a:ea typeface="Arial"/>
                <a:cs typeface="Arial"/>
              </a:rPr>
              <a:t>a data da antecipação</a:t>
            </a:r>
          </a:p>
        </p:txBody>
      </p:sp>
      <p:sp>
        <p:nvSpPr>
          <p:cNvPr id="6" name="answer">
            <a:extLst xmlns:a="http://schemas.openxmlformats.org/drawingml/2006/main">
              <a:ext uri="{FF2B5EF4-FFF2-40B4-BE49-F238E27FC236}">
                <a16:creationId xmlns:a16="http://schemas.microsoft.com/office/drawing/2014/main" id="{F87967CD-F361-41D1-AD5C-2CB5D2822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371850"/>
            <a:ext cx="105156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37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defPPr>
            <a:lvl1pPr algn="l">
              <a:defRPr sz="337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1pPr>
            <a:lvl2pPr algn="l">
              <a:defRPr sz="337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2pPr>
            <a:lvl3pPr algn="l">
              <a:defRPr sz="337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3pPr>
            <a:lvl4pPr algn="l">
              <a:defRPr sz="337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4pPr>
            <a:lvl5pPr algn="l">
              <a:defRPr sz="337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5pPr>
            <a:lvl6pPr algn="l">
              <a:defRPr sz="337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6pPr>
            <a:lvl7pPr algn="l">
              <a:defRPr sz="337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7pPr>
            <a:lvl8pPr algn="l">
              <a:defRPr sz="337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8pPr>
            <a:lvl9pPr algn="l">
              <a:defRPr sz="337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37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pPr>
            <a:r>
              <a:rPr sz="3375" b="0">
                <a:solidFill>
                  <a:srgbClr val="1E6654"/>
                </a:solidFill>
                <a:latin typeface="Arial"/>
                <a:ea typeface="Arial"/>
                <a:cs typeface="Arial"/>
              </a:rPr>
              <a:t>“Vale pela data da antecipação.”</a:t>
            </a:r>
          </a:p>
        </p:txBody>
      </p:sp>
      <p:sp>
        <p:nvSpPr>
          <p:cNvPr id="7" name="answer-detail">
            <a:extLst xmlns:a="http://schemas.openxmlformats.org/drawingml/2006/main">
              <a:ext uri="{FF2B5EF4-FFF2-40B4-BE49-F238E27FC236}">
                <a16:creationId xmlns:a16="http://schemas.microsoft.com/office/drawing/2014/main" id="{9FA4FCA5-36ED-4A31-847B-B3E30E463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533900"/>
            <a:ext cx="67627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4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defPPr>
            <a:lvl1pPr algn="l">
              <a:defRPr sz="24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1pPr>
            <a:lvl2pPr algn="l">
              <a:defRPr sz="24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2pPr>
            <a:lvl3pPr algn="l">
              <a:defRPr sz="24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3pPr>
            <a:lvl4pPr algn="l">
              <a:defRPr sz="24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4pPr>
            <a:lvl5pPr algn="l">
              <a:defRPr sz="24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5pPr>
            <a:lvl6pPr algn="l">
              <a:defRPr sz="24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6pPr>
            <a:lvl7pPr algn="l">
              <a:defRPr sz="24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7pPr>
            <a:lvl8pPr algn="l">
              <a:defRPr sz="24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8pPr>
            <a:lvl9pPr algn="l">
              <a:defRPr sz="24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4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32B2A"/>
                </a:solidFill>
                <a:latin typeface="Arial"/>
                <a:ea typeface="Arial"/>
                <a:cs typeface="Arial"/>
              </a:rPr>
              <a:t>Serviço prestado em setembro</a:t>
            </a:r>
          </a:p>
          <a:p xmlns:a="http://schemas.openxmlformats.org/drawingml/2006/main">
            <a:pPr algn="l">
              <a:defRPr sz="240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32B2A"/>
                </a:solidFill>
                <a:latin typeface="Arial"/>
                <a:ea typeface="Arial"/>
                <a:cs typeface="Arial"/>
              </a:rPr>
              <a:t>está dentro da isenção.</a:t>
            </a:r>
          </a:p>
        </p:txBody>
      </p:sp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125AEBB-C54E-4ADE-AB1F-B92DD6C34C7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c0e0f9f28574733"/>
          <a:srcRect xmlns:a="http://schemas.openxmlformats.org/drawingml/2006/main" l="24100" t="8100" r="13540" b="4880"/>
          <a:stretch xmlns:a="http://schemas.openxmlformats.org/drawingml/2006/main"/>
        </p:blipFill>
        <p:spPr>
          <a:xfrm xmlns:a="http://schemas.openxmlformats.org/drawingml/2006/main">
            <a:off x="8763000" y="3257550"/>
            <a:ext cx="2438400" cy="2381250"/>
          </a:xfrm>
          <a:prstGeom xmlns:a="http://schemas.openxmlformats.org/drawingml/2006/main" prst="rect">
            <a:avLst/>
          </a:prstGeom>
        </p:spPr>
      </p:pic>
      <p:sp>
        <p:nvSpPr>
          <p:cNvPr id="9" name="evidence-qualifier">
            <a:extLst xmlns:a="http://schemas.openxmlformats.org/drawingml/2006/main">
              <a:ext uri="{FF2B5EF4-FFF2-40B4-BE49-F238E27FC236}">
                <a16:creationId xmlns:a16="http://schemas.microsoft.com/office/drawing/2014/main" id="{55D18BE0-EE33-492B-963A-4A17D829B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191250"/>
            <a:ext cx="100012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manuel.freitas, como Helena · resposta para David às 13h34</a:t>
            </a:r>
          </a:p>
        </p:txBody>
      </p:sp>
    </p:spTree>
    <p:extLst>
      <p:ext uri="{BB962C8B-B14F-4D97-AF65-F5344CB8AC3E}">
        <p14:creationId xmlns:p14="http://schemas.microsoft.com/office/powerpoint/2010/main" val="1831828194"/>
      </p:ext>
    </p:extLst>
  </p:cSld>
</p:sld>
</file>

<file path=ppt/slides/slide42.xml><?xml version="1.0" encoding="utf-8"?>
<p:sld xmlns:p="http://schemas.openxmlformats.org/presentationml/2006/main">
  <p:cSld>
    <p:bg>
      <p:bgPr>
        <a:solidFill xmlns:a="http://schemas.openxmlformats.org/drawingml/2006/main">
          <a:srgbClr val="F6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0A62886-2693-46BD-B66B-DC0EF59D840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3827bc2c2514c32">
            <a:extLst>
              <a:ext uri="{96DAC541-7B7A-43D3-8B79-37D633B846F1}">
                <asvg:svgBlip xmlns:asvg="http://schemas.microsoft.com/office/drawing/2016/SVG/main" r:embed="Rcceec6eeff844e80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38200" y="485775"/>
            <a:ext cx="1000125" cy="209550"/>
          </a:xfrm>
          <a:prstGeom xmlns:a="http://schemas.openxmlformats.org/drawingml/2006/main" prst="rect">
            <a:avLst/>
          </a:prstGeom>
        </p:spPr>
      </p:pic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6E36CF96-C6C0-4ABA-8AD8-DB8F6C5E0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504825"/>
            <a:ext cx="3524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defPPr>
            <a:lvl1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1pPr>
            <a:lvl2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2pPr>
            <a:lvl3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3pPr>
            <a:lvl4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4pPr>
            <a:lvl5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5pPr>
            <a:lvl6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6pPr>
            <a:lvl7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7pPr>
            <a:lvl8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8pPr>
            <a:lvl9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pPr>
            <a:r>
              <a: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rPr>
              <a:t>REGRA APLICADA</a:t>
            </a:r>
          </a:p>
        </p:txBody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0452E7E1-7077-44FB-A217-317882B72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53175"/>
            <a:ext cx="304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defPPr>
            <a:lvl1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1pPr>
            <a:lvl2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2pPr>
            <a:lvl3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3pPr>
            <a:lvl4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4pPr>
            <a:lvl5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5pPr>
            <a:lvl6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6pPr>
            <a:lvl7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7pPr>
            <a:lvl8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8pPr>
            <a:lvl9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pPr>
            <a:r>
              <a: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rPr>
              <a:t>41</a:t>
            </a:r>
          </a:p>
        </p:txBody>
      </p:sp>
      <p:sp>
        <p:nvSpPr>
          <p:cNvPr id="4" name="evidence-heading">
            <a:extLst xmlns:a="http://schemas.openxmlformats.org/drawingml/2006/main">
              <a:ext uri="{FF2B5EF4-FFF2-40B4-BE49-F238E27FC236}">
                <a16:creationId xmlns:a16="http://schemas.microsoft.com/office/drawing/2014/main" id="{D9F79004-74D6-4C46-8664-BDA5518DC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266825"/>
            <a:ext cx="105156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defPPr>
            <a:lvl1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1pPr>
            <a:lvl2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2pPr>
            <a:lvl3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3pPr>
            <a:lvl4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4pPr>
            <a:lvl5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5pPr>
            <a:lvl6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6pPr>
            <a:lvl7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7pPr>
            <a:lvl8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8pPr>
            <a:lvl9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pPr>
            <a:r>
              <a:rPr sz="3750" b="0">
                <a:solidFill>
                  <a:srgbClr val="132B2A"/>
                </a:solidFill>
                <a:latin typeface="Arial"/>
                <a:ea typeface="Arial"/>
                <a:cs typeface="Arial"/>
              </a:rPr>
              <a:t>A operação de 09/09</a:t>
            </a:r>
          </a:p>
        </p:txBody>
      </p:sp>
      <p:sp>
        <p:nvSpPr>
          <p:cNvPr id="5" name="evidence-heading-second">
            <a:extLst xmlns:a="http://schemas.openxmlformats.org/drawingml/2006/main">
              <a:ext uri="{FF2B5EF4-FFF2-40B4-BE49-F238E27FC236}">
                <a16:creationId xmlns:a16="http://schemas.microsoft.com/office/drawing/2014/main" id="{1E7F3F1E-9574-4E8E-B7A5-80B460463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95475"/>
            <a:ext cx="105156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defPPr>
            <a:lvl1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1pPr>
            <a:lvl2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2pPr>
            <a:lvl3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3pPr>
            <a:lvl4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4pPr>
            <a:lvl5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5pPr>
            <a:lvl6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6pPr>
            <a:lvl7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7pPr>
            <a:lvl8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8pPr>
            <a:lvl9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pPr>
            <a:r>
              <a:rPr sz="3750" b="0">
                <a:solidFill>
                  <a:srgbClr val="1E6654"/>
                </a:solidFill>
                <a:latin typeface="Arial"/>
                <a:ea typeface="Arial"/>
                <a:cs typeface="Arial"/>
              </a:rPr>
              <a:t>tem comissão zerada</a:t>
            </a:r>
          </a:p>
        </p:txBody>
      </p:sp>
      <p:sp>
        <p:nvSpPr>
          <p:cNvPr id="6" name="zero-commission">
            <a:extLst xmlns:a="http://schemas.openxmlformats.org/drawingml/2006/main">
              <a:ext uri="{FF2B5EF4-FFF2-40B4-BE49-F238E27FC236}">
                <a16:creationId xmlns:a16="http://schemas.microsoft.com/office/drawing/2014/main" id="{0F36080A-BFEB-4F48-81EE-F2D8F4E77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152775"/>
            <a:ext cx="6667500" cy="1114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64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defPPr>
            <a:lvl1pPr algn="l">
              <a:defRPr sz="64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1pPr>
            <a:lvl2pPr algn="l">
              <a:defRPr sz="64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2pPr>
            <a:lvl3pPr algn="l">
              <a:defRPr sz="64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3pPr>
            <a:lvl4pPr algn="l">
              <a:defRPr sz="64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4pPr>
            <a:lvl5pPr algn="l">
              <a:defRPr sz="64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5pPr>
            <a:lvl6pPr algn="l">
              <a:defRPr sz="64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6pPr>
            <a:lvl7pPr algn="l">
              <a:defRPr sz="64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7pPr>
            <a:lvl8pPr algn="l">
              <a:defRPr sz="64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8pPr>
            <a:lvl9pPr algn="l">
              <a:defRPr sz="64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64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pPr>
            <a:r>
              <a:rPr sz="6450" b="0">
                <a:solidFill>
                  <a:srgbClr val="1E6654"/>
                </a:solidFill>
                <a:latin typeface="Arial"/>
                <a:ea typeface="Arial"/>
                <a:cs typeface="Arial"/>
              </a:rPr>
              <a:t>R$ 0,00</a:t>
            </a:r>
          </a:p>
        </p:txBody>
      </p:sp>
      <p:sp>
        <p:nvSpPr>
          <p:cNvPr id="7" name="reference">
            <a:extLst xmlns:a="http://schemas.openxmlformats.org/drawingml/2006/main">
              <a:ext uri="{FF2B5EF4-FFF2-40B4-BE49-F238E27FC236}">
                <a16:creationId xmlns:a16="http://schemas.microsoft.com/office/drawing/2014/main" id="{00B08C3C-6679-4798-AE3A-C069612EE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724400"/>
            <a:ext cx="9906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2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32B2A"/>
                </a:solidFill>
                <a:latin typeface="Arial"/>
                <a:ea typeface="Arial"/>
                <a:cs typeface="Arial"/>
              </a:rPr>
              <a:t>AN88445172 · Orbe, linha 509</a:t>
            </a:r>
          </a:p>
        </p:txBody>
      </p:sp>
      <p:sp>
        <p:nvSpPr>
          <p:cNvPr id="8" name="meaning">
            <a:extLst xmlns:a="http://schemas.openxmlformats.org/drawingml/2006/main">
              <a:ext uri="{FF2B5EF4-FFF2-40B4-BE49-F238E27FC236}">
                <a16:creationId xmlns:a16="http://schemas.microsoft.com/office/drawing/2014/main" id="{2D9119F0-21B2-4345-96E0-949D26868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314950"/>
            <a:ext cx="981075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defPPr>
            <a:lvl1pPr algn="l">
              <a:defRPr sz="21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1pPr>
            <a:lvl2pPr algn="l">
              <a:defRPr sz="21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2pPr>
            <a:lvl3pPr algn="l">
              <a:defRPr sz="21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3pPr>
            <a:lvl4pPr algn="l">
              <a:defRPr sz="21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4pPr>
            <a:lvl5pPr algn="l">
              <a:defRPr sz="21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5pPr>
            <a:lvl6pPr algn="l">
              <a:defRPr sz="21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6pPr>
            <a:lvl7pPr algn="l">
              <a:defRPr sz="21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7pPr>
            <a:lvl8pPr algn="l">
              <a:defRPr sz="21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8pPr>
            <a:lvl9pPr algn="l">
              <a:defRPr sz="21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A resposta confirma o tratamento</a:t>
            </a:r>
          </a:p>
          <a:p xmlns:a="http://schemas.openxmlformats.org/drawingml/2006/main">
            <a:pPr algn="l">
              <a:defRPr sz="21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já presente no resultado publicado.</a:t>
            </a:r>
          </a:p>
        </p:txBody>
      </p:sp>
      <p:sp>
        <p:nvSpPr>
          <p:cNvPr id="9" name="evidence-qualifier">
            <a:extLst xmlns:a="http://schemas.openxmlformats.org/drawingml/2006/main">
              <a:ext uri="{FF2B5EF4-FFF2-40B4-BE49-F238E27FC236}">
                <a16:creationId xmlns:a16="http://schemas.microsoft.com/office/drawing/2014/main" id="{A8BBF08D-1444-43BD-ABE8-5FE6D8999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191250"/>
            <a:ext cx="100012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Isenção da antecipação · estornos continuam ligados à venda original</a:t>
            </a:r>
          </a:p>
        </p:txBody>
      </p:sp>
    </p:spTree>
    <p:extLst>
      <p:ext uri="{BB962C8B-B14F-4D97-AF65-F5344CB8AC3E}">
        <p14:creationId xmlns:p14="http://schemas.microsoft.com/office/powerpoint/2010/main" val="1768493105"/>
      </p:ext>
    </p:extLst>
  </p:cSld>
</p:sld>
</file>

<file path=ppt/slides/slide43.xml><?xml version="1.0" encoding="utf-8"?>
<p:sld xmlns:p="http://schemas.openxmlformats.org/presentationml/2006/main">
  <p:cSld>
    <p:bg>
      <p:bgPr>
        <a:solidFill xmlns:a="http://schemas.openxmlformats.org/drawingml/2006/main">
          <a:srgbClr val="F6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9ADBB00-3E9F-4ACC-81CC-2C3A820CAE6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6238bc27bd340ff">
            <a:extLst>
              <a:ext uri="{96DAC541-7B7A-43D3-8B79-37D633B846F1}">
                <asvg:svgBlip xmlns:asvg="http://schemas.microsoft.com/office/drawing/2016/SVG/main" r:embed="Re0513eeb61db4ad4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38200" y="485775"/>
            <a:ext cx="1000125" cy="209550"/>
          </a:xfrm>
          <a:prstGeom xmlns:a="http://schemas.openxmlformats.org/drawingml/2006/main" prst="rect">
            <a:avLst/>
          </a:prstGeom>
        </p:spPr>
      </p:pic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7051937C-DC84-466A-BBBC-0CF97A99D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504825"/>
            <a:ext cx="3524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defPPr>
            <a:lvl1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1pPr>
            <a:lvl2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2pPr>
            <a:lvl3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3pPr>
            <a:lvl4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4pPr>
            <a:lvl5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5pPr>
            <a:lvl6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6pPr>
            <a:lvl7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7pPr>
            <a:lvl8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8pPr>
            <a:lvl9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pPr>
            <a:r>
              <a: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rPr>
              <a:t>HIPÓTESES</a:t>
            </a:r>
          </a:p>
        </p:txBody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24B5695C-05F8-49C0-9F25-8C38DDEB1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53175"/>
            <a:ext cx="304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defPPr>
            <a:lvl1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1pPr>
            <a:lvl2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2pPr>
            <a:lvl3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3pPr>
            <a:lvl4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4pPr>
            <a:lvl5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5pPr>
            <a:lvl6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6pPr>
            <a:lvl7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7pPr>
            <a:lvl8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8pPr>
            <a:lvl9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pPr>
            <a:r>
              <a: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rPr>
              <a:t>42</a:t>
            </a:r>
          </a:p>
        </p:txBody>
      </p:sp>
      <p:sp>
        <p:nvSpPr>
          <p:cNvPr id="4" name="evidence-heading">
            <a:extLst xmlns:a="http://schemas.openxmlformats.org/drawingml/2006/main">
              <a:ext uri="{FF2B5EF4-FFF2-40B4-BE49-F238E27FC236}">
                <a16:creationId xmlns:a16="http://schemas.microsoft.com/office/drawing/2014/main" id="{AC85FC1C-72D0-4CE9-A2E9-DBFEE88E8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266825"/>
            <a:ext cx="105156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defPPr>
            <a:lvl1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1pPr>
            <a:lvl2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2pPr>
            <a:lvl3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3pPr>
            <a:lvl4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4pPr>
            <a:lvl5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5pPr>
            <a:lvl6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6pPr>
            <a:lvl7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7pPr>
            <a:lvl8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8pPr>
            <a:lvl9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pPr>
            <a:r>
              <a:rPr sz="3750" b="0">
                <a:solidFill>
                  <a:srgbClr val="132B2A"/>
                </a:solidFill>
                <a:latin typeface="Arial"/>
                <a:ea typeface="Arial"/>
                <a:cs typeface="Arial"/>
              </a:rPr>
              <a:t>A tolerância de remessas</a:t>
            </a:r>
          </a:p>
        </p:txBody>
      </p:sp>
      <p:sp>
        <p:nvSpPr>
          <p:cNvPr id="5" name="evidence-heading-second">
            <a:extLst xmlns:a="http://schemas.openxmlformats.org/drawingml/2006/main">
              <a:ext uri="{FF2B5EF4-FFF2-40B4-BE49-F238E27FC236}">
                <a16:creationId xmlns:a16="http://schemas.microsoft.com/office/drawing/2014/main" id="{BADEE8E4-7C46-477E-A596-8A9785BA6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95475"/>
            <a:ext cx="105156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defPPr>
            <a:lvl1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1pPr>
            <a:lvl2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2pPr>
            <a:lvl3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3pPr>
            <a:lvl4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4pPr>
            <a:lvl5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5pPr>
            <a:lvl6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6pPr>
            <a:lvl7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7pPr>
            <a:lvl8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8pPr>
            <a:lvl9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pPr>
            <a:r>
              <a:rPr sz="3750" b="0">
                <a:solidFill>
                  <a:srgbClr val="1E6654"/>
                </a:solidFill>
                <a:latin typeface="Arial"/>
                <a:ea typeface="Arial"/>
                <a:cs typeface="Arial"/>
              </a:rPr>
              <a:t>é uma premissa do time</a:t>
            </a:r>
          </a:p>
        </p:txBody>
      </p:sp>
      <p:sp>
        <p:nvSpPr>
          <p:cNvPr id="6" name="threshold">
            <a:extLst xmlns:a="http://schemas.openxmlformats.org/drawingml/2006/main">
              <a:ext uri="{FF2B5EF4-FFF2-40B4-BE49-F238E27FC236}">
                <a16:creationId xmlns:a16="http://schemas.microsoft.com/office/drawing/2014/main" id="{3B84D23E-C55D-4DFA-BC1B-4EF25AD79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152775"/>
            <a:ext cx="6000750" cy="1133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58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defPPr>
            <a:lvl1pPr algn="l">
              <a:defRPr sz="58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1pPr>
            <a:lvl2pPr algn="l">
              <a:defRPr sz="58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2pPr>
            <a:lvl3pPr algn="l">
              <a:defRPr sz="58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3pPr>
            <a:lvl4pPr algn="l">
              <a:defRPr sz="58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4pPr>
            <a:lvl5pPr algn="l">
              <a:defRPr sz="58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5pPr>
            <a:lvl6pPr algn="l">
              <a:defRPr sz="58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6pPr>
            <a:lvl7pPr algn="l">
              <a:defRPr sz="58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7pPr>
            <a:lvl8pPr algn="l">
              <a:defRPr sz="58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8pPr>
            <a:lvl9pPr algn="l">
              <a:defRPr sz="58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58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pPr>
            <a:r>
              <a:rPr sz="5850" b="0">
                <a:solidFill>
                  <a:srgbClr val="1E6654"/>
                </a:solidFill>
                <a:latin typeface="Arial"/>
                <a:ea typeface="Arial"/>
                <a:cs typeface="Arial"/>
              </a:rPr>
              <a:t>0,01 p.p.</a:t>
            </a:r>
          </a:p>
        </p:txBody>
      </p:sp>
      <p:sp>
        <p:nvSpPr>
          <p:cNvPr id="7" name="threshold-rule">
            <a:extLst xmlns:a="http://schemas.openxmlformats.org/drawingml/2006/main">
              <a:ext uri="{FF2B5EF4-FFF2-40B4-BE49-F238E27FC236}">
                <a16:creationId xmlns:a16="http://schemas.microsoft.com/office/drawing/2014/main" id="{87DC8CB0-2EB5-46E4-A450-C31180CB0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743450"/>
            <a:ext cx="9810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2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32B2A"/>
                </a:solidFill>
                <a:latin typeface="Arial"/>
                <a:ea typeface="Arial"/>
                <a:cs typeface="Arial"/>
              </a:rPr>
              <a:t>Alerta quando a diferença absoluta</a:t>
            </a:r>
          </a:p>
          <a:p xmlns:a="http://schemas.openxmlformats.org/drawingml/2006/main">
            <a:pPr algn="l">
              <a:defRPr sz="22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32B2A"/>
                </a:solidFill>
                <a:latin typeface="Arial"/>
                <a:ea typeface="Arial"/>
                <a:cs typeface="Arial"/>
              </a:rPr>
              <a:t>é superior à tolerância.</a:t>
            </a:r>
          </a:p>
        </p:txBody>
      </p:sp>
      <p:sp>
        <p:nvSpPr>
          <p:cNvPr id="8" name="evidence-qualifier">
            <a:extLst xmlns:a="http://schemas.openxmlformats.org/drawingml/2006/main">
              <a:ext uri="{FF2B5EF4-FFF2-40B4-BE49-F238E27FC236}">
                <a16:creationId xmlns:a16="http://schemas.microsoft.com/office/drawing/2014/main" id="{F67D1716-3E7F-4D85-8F66-D5814EE9F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191250"/>
            <a:ext cx="100012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Critério escrito e justificado · não altera a comissão realizada</a:t>
            </a:r>
          </a:p>
        </p:txBody>
      </p:sp>
    </p:spTree>
    <p:extLst>
      <p:ext uri="{BB962C8B-B14F-4D97-AF65-F5344CB8AC3E}">
        <p14:creationId xmlns:p14="http://schemas.microsoft.com/office/powerpoint/2010/main" val="368658467"/>
      </p:ext>
    </p:extLst>
  </p:cSld>
</p:sld>
</file>

<file path=ppt/slides/slide44.xml><?xml version="1.0" encoding="utf-8"?>
<p:sld xmlns:p="http://schemas.openxmlformats.org/presentationml/2006/main">
  <p:cSld>
    <p:bg>
      <p:bgPr>
        <a:solidFill xmlns:a="http://schemas.openxmlformats.org/drawingml/2006/main">
          <a:srgbClr val="F6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D987A3C-B9EB-496E-BA8F-79521979898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0c2f82adda7434f">
            <a:extLst>
              <a:ext uri="{96DAC541-7B7A-43D3-8B79-37D633B846F1}">
                <asvg:svgBlip xmlns:asvg="http://schemas.microsoft.com/office/drawing/2016/SVG/main" r:embed="R9d09743943a74b4d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38200" y="485775"/>
            <a:ext cx="1000125" cy="209550"/>
          </a:xfrm>
          <a:prstGeom xmlns:a="http://schemas.openxmlformats.org/drawingml/2006/main" prst="rect">
            <a:avLst/>
          </a:prstGeom>
        </p:spPr>
      </p:pic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A1C02D3C-0D9B-4597-A8D5-A6C18A027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504825"/>
            <a:ext cx="3524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defPPr>
            <a:lvl1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1pPr>
            <a:lvl2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2pPr>
            <a:lvl3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3pPr>
            <a:lvl4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4pPr>
            <a:lvl5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5pPr>
            <a:lvl6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6pPr>
            <a:lvl7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7pPr>
            <a:lvl8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8pPr>
            <a:lvl9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pPr>
            <a:r>
              <a: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rPr>
              <a:t>PRÓXIMA COMPETÊNCIA</a:t>
            </a:r>
          </a:p>
        </p:txBody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DDA4B2E0-8B7A-4BA8-82AE-74FE2887B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53175"/>
            <a:ext cx="304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defPPr>
            <a:lvl1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1pPr>
            <a:lvl2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2pPr>
            <a:lvl3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3pPr>
            <a:lvl4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4pPr>
            <a:lvl5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5pPr>
            <a:lvl6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6pPr>
            <a:lvl7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7pPr>
            <a:lvl8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8pPr>
            <a:lvl9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pPr>
            <a:r>
              <a: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rPr>
              <a:t>43</a:t>
            </a:r>
          </a:p>
        </p:txBody>
      </p:sp>
      <p:sp>
        <p:nvSpPr>
          <p:cNvPr id="4" name="evidence-heading">
            <a:extLst xmlns:a="http://schemas.openxmlformats.org/drawingml/2006/main">
              <a:ext uri="{FF2B5EF4-FFF2-40B4-BE49-F238E27FC236}">
                <a16:creationId xmlns:a16="http://schemas.microsoft.com/office/drawing/2014/main" id="{68E78E40-66A9-487A-9704-B52EDE1A0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266825"/>
            <a:ext cx="30289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2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defPPr>
            <a:lvl1pPr algn="l">
              <a:defRPr sz="32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1pPr>
            <a:lvl2pPr algn="l">
              <a:defRPr sz="32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2pPr>
            <a:lvl3pPr algn="l">
              <a:defRPr sz="32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3pPr>
            <a:lvl4pPr algn="l">
              <a:defRPr sz="32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4pPr>
            <a:lvl5pPr algn="l">
              <a:defRPr sz="32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5pPr>
            <a:lvl6pPr algn="l">
              <a:defRPr sz="32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6pPr>
            <a:lvl7pPr algn="l">
              <a:defRPr sz="32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7pPr>
            <a:lvl8pPr algn="l">
              <a:defRPr sz="32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8pPr>
            <a:lvl9pPr algn="l">
              <a:defRPr sz="32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225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pPr>
            <a:r>
              <a:rPr sz="3225" b="0">
                <a:solidFill>
                  <a:srgbClr val="132B2A"/>
                </a:solidFill>
                <a:latin typeface="Arial"/>
                <a:ea typeface="Arial"/>
                <a:cs typeface="Arial"/>
              </a:rPr>
              <a:t>Em outubro,</a:t>
            </a:r>
          </a:p>
        </p:txBody>
      </p:sp>
      <p:sp>
        <p:nvSpPr>
          <p:cNvPr id="5" name="evidence-heading-second">
            <a:extLst xmlns:a="http://schemas.openxmlformats.org/drawingml/2006/main">
              <a:ext uri="{FF2B5EF4-FFF2-40B4-BE49-F238E27FC236}">
                <a16:creationId xmlns:a16="http://schemas.microsoft.com/office/drawing/2014/main" id="{4039FFAC-23F9-44BC-8DF6-56126372E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57375"/>
            <a:ext cx="30289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2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defPPr>
            <a:lvl1pPr algn="l">
              <a:defRPr sz="32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1pPr>
            <a:lvl2pPr algn="l">
              <a:defRPr sz="32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2pPr>
            <a:lvl3pPr algn="l">
              <a:defRPr sz="32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3pPr>
            <a:lvl4pPr algn="l">
              <a:defRPr sz="32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4pPr>
            <a:lvl5pPr algn="l">
              <a:defRPr sz="32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5pPr>
            <a:lvl6pPr algn="l">
              <a:defRPr sz="32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6pPr>
            <a:lvl7pPr algn="l">
              <a:defRPr sz="32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7pPr>
            <a:lvl8pPr algn="l">
              <a:defRPr sz="32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8pPr>
            <a:lvl9pPr algn="l">
              <a:defRPr sz="32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225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pPr>
            <a:r>
              <a:rPr sz="3225" b="0">
                <a:solidFill>
                  <a:srgbClr val="1E6654"/>
                </a:solidFill>
                <a:latin typeface="Arial"/>
                <a:ea typeface="Arial"/>
                <a:cs typeface="Arial"/>
              </a:rPr>
              <a:t>novos arquivos</a:t>
            </a:r>
          </a:p>
        </p:txBody>
      </p:sp>
      <p:sp>
        <p:nvSpPr>
          <p:cNvPr id="6" name="demo-guidance">
            <a:extLst xmlns:a="http://schemas.openxmlformats.org/drawingml/2006/main">
              <a:ext uri="{FF2B5EF4-FFF2-40B4-BE49-F238E27FC236}">
                <a16:creationId xmlns:a16="http://schemas.microsoft.com/office/drawing/2014/main" id="{7EE51628-5F20-47D3-B34B-38DA5FDFC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48025"/>
            <a:ext cx="3009900" cy="1600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defPPr>
            <a:lvl1pPr algn="l">
              <a:defRPr sz="20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1pPr>
            <a:lvl2pPr algn="l">
              <a:defRPr sz="20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2pPr>
            <a:lvl3pPr algn="l">
              <a:defRPr sz="20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3pPr>
            <a:lvl4pPr algn="l">
              <a:defRPr sz="20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4pPr>
            <a:lvl5pPr algn="l">
              <a:defRPr sz="20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5pPr>
            <a:lvl6pPr algn="l">
              <a:defRPr sz="20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6pPr>
            <a:lvl7pPr algn="l">
              <a:defRPr sz="20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7pPr>
            <a:lvl8pPr algn="l">
              <a:defRPr sz="20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8pPr>
            <a:lvl9pPr algn="l">
              <a:defRPr sz="20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Competência</a:t>
            </a:r>
          </a:p>
          <a:p xmlns:a="http://schemas.openxmlformats.org/drawingml/2006/main">
            <a:pPr algn="l">
              <a:defRPr sz="20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Conjunto de documentos</a:t>
            </a:r>
          </a:p>
          <a:p xmlns:a="http://schemas.openxmlformats.org/drawingml/2006/main">
            <a:pPr algn="l">
              <a:defRPr sz="202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Seleção de fontes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8AA22F8-FF73-4D87-A436-DA623E54345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8b5e39a377344a0"/>
          <a:stretch xmlns:a="http://schemas.openxmlformats.org/drawingml/2006/main"/>
        </p:blipFill>
        <p:spPr>
          <a:xfrm xmlns:a="http://schemas.openxmlformats.org/drawingml/2006/main">
            <a:off x="4363861" y="1714500"/>
            <a:ext cx="6702778" cy="4191000"/>
          </a:xfrm>
          <a:prstGeom xmlns:a="http://schemas.openxmlformats.org/drawingml/2006/main" prst="rect">
            <a:avLst/>
          </a:prstGeom>
        </p:spPr>
      </p:pic>
      <p:sp>
        <p:nvSpPr>
          <p:cNvPr id="8" name="evidence-qualifier">
            <a:extLst xmlns:a="http://schemas.openxmlformats.org/drawingml/2006/main">
              <a:ext uri="{FF2B5EF4-FFF2-40B4-BE49-F238E27FC236}">
                <a16:creationId xmlns:a16="http://schemas.microsoft.com/office/drawing/2014/main" id="{D2D7BD85-92DE-4ABD-B50E-32F2A99CE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191250"/>
            <a:ext cx="100012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Interface real · conjunto vazio, sem apuração de outubro</a:t>
            </a:r>
          </a:p>
        </p:txBody>
      </p:sp>
    </p:spTree>
    <p:extLst>
      <p:ext uri="{BB962C8B-B14F-4D97-AF65-F5344CB8AC3E}">
        <p14:creationId xmlns:p14="http://schemas.microsoft.com/office/powerpoint/2010/main" val="1992083219"/>
      </p:ext>
    </p:extLst>
  </p:cSld>
</p:sld>
</file>

<file path=ppt/slides/slide45.xml><?xml version="1.0" encoding="utf-8"?>
<p:sld xmlns:p="http://schemas.openxmlformats.org/presentationml/2006/main">
  <p:cSld>
    <p:bg>
      <p:bgPr>
        <a:solidFill xmlns:a="http://schemas.openxmlformats.org/drawingml/2006/main">
          <a:srgbClr val="F6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A0D8480-4E10-4EB4-A442-4DEE8C39BC7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49c4777415b42c3">
            <a:extLst>
              <a:ext uri="{96DAC541-7B7A-43D3-8B79-37D633B846F1}">
                <asvg:svgBlip xmlns:asvg="http://schemas.microsoft.com/office/drawing/2016/SVG/main" r:embed="Rc39c062b02884f92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38200" y="485775"/>
            <a:ext cx="1000125" cy="209550"/>
          </a:xfrm>
          <a:prstGeom xmlns:a="http://schemas.openxmlformats.org/drawingml/2006/main" prst="rect">
            <a:avLst/>
          </a:prstGeom>
        </p:spPr>
      </p:pic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E9B3B376-C462-4113-8077-45C7F8A73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504825"/>
            <a:ext cx="3524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defPPr>
            <a:lvl1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1pPr>
            <a:lvl2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2pPr>
            <a:lvl3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3pPr>
            <a:lvl4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4pPr>
            <a:lvl5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5pPr>
            <a:lvl6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6pPr>
            <a:lvl7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7pPr>
            <a:lvl8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8pPr>
            <a:lvl9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pPr>
            <a:r>
              <a: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rPr>
              <a:t>CONTINUIDADE</a:t>
            </a:r>
          </a:p>
        </p:txBody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9CD38BC5-0FD3-4864-BA70-0075D5F9B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53175"/>
            <a:ext cx="304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defPPr>
            <a:lvl1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1pPr>
            <a:lvl2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2pPr>
            <a:lvl3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3pPr>
            <a:lvl4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4pPr>
            <a:lvl5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5pPr>
            <a:lvl6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6pPr>
            <a:lvl7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7pPr>
            <a:lvl8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8pPr>
            <a:lvl9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pPr>
            <a:r>
              <a: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rPr>
              <a:t>44</a:t>
            </a:r>
          </a:p>
        </p:txBody>
      </p:sp>
      <p:sp>
        <p:nvSpPr>
          <p:cNvPr id="4" name="evidence-heading">
            <a:extLst xmlns:a="http://schemas.openxmlformats.org/drawingml/2006/main">
              <a:ext uri="{FF2B5EF4-FFF2-40B4-BE49-F238E27FC236}">
                <a16:creationId xmlns:a16="http://schemas.microsoft.com/office/drawing/2014/main" id="{0F55D0CF-C6C5-4490-AF00-8E9BCD089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266825"/>
            <a:ext cx="105156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defPPr>
            <a:lvl1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1pPr>
            <a:lvl2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2pPr>
            <a:lvl3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3pPr>
            <a:lvl4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4pPr>
            <a:lvl5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5pPr>
            <a:lvl6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6pPr>
            <a:lvl7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7pPr>
            <a:lvl8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8pPr>
            <a:lvl9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pPr>
            <a:r>
              <a:rPr sz="3750" b="0">
                <a:solidFill>
                  <a:srgbClr val="132B2A"/>
                </a:solidFill>
                <a:latin typeface="Arial"/>
                <a:ea typeface="Arial"/>
                <a:cs typeface="Arial"/>
              </a:rPr>
              <a:t>A taxa da Atlas</a:t>
            </a:r>
          </a:p>
        </p:txBody>
      </p:sp>
      <p:sp>
        <p:nvSpPr>
          <p:cNvPr id="5" name="evidence-heading-second">
            <a:extLst xmlns:a="http://schemas.openxmlformats.org/drawingml/2006/main">
              <a:ext uri="{FF2B5EF4-FFF2-40B4-BE49-F238E27FC236}">
                <a16:creationId xmlns:a16="http://schemas.microsoft.com/office/drawing/2014/main" id="{936FC93B-C975-4B59-89F3-9FD4D4E00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95475"/>
            <a:ext cx="105156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defPPr>
            <a:lvl1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1pPr>
            <a:lvl2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2pPr>
            <a:lvl3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3pPr>
            <a:lvl4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4pPr>
            <a:lvl5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5pPr>
            <a:lvl6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6pPr>
            <a:lvl7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7pPr>
            <a:lvl8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8pPr>
            <a:lvl9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pPr>
            <a:r>
              <a:rPr sz="3750" b="0">
                <a:solidFill>
                  <a:srgbClr val="1E6654"/>
                </a:solidFill>
                <a:latin typeface="Arial"/>
                <a:ea typeface="Arial"/>
                <a:cs typeface="Arial"/>
              </a:rPr>
              <a:t>depende de confirmação</a:t>
            </a:r>
          </a:p>
        </p:txBody>
      </p:sp>
      <p:sp>
        <p:nvSpPr>
          <p:cNvPr id="6" name="period-september">
            <a:extLst xmlns:a="http://schemas.openxmlformats.org/drawingml/2006/main">
              <a:ext uri="{FF2B5EF4-FFF2-40B4-BE49-F238E27FC236}">
                <a16:creationId xmlns:a16="http://schemas.microsoft.com/office/drawing/2014/main" id="{FF084CCD-2FF1-491D-B615-733255D89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67075"/>
            <a:ext cx="4191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defPPr>
            <a:lvl1pPr algn="l">
              <a:defRPr sz="135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1pPr>
            <a:lvl2pPr algn="l">
              <a:defRPr sz="135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2pPr>
            <a:lvl3pPr algn="l">
              <a:defRPr sz="135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3pPr>
            <a:lvl4pPr algn="l">
              <a:defRPr sz="135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4pPr>
            <a:lvl5pPr algn="l">
              <a:defRPr sz="135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5pPr>
            <a:lvl6pPr algn="l">
              <a:defRPr sz="135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6pPr>
            <a:lvl7pPr algn="l">
              <a:defRPr sz="135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7pPr>
            <a:lvl8pPr algn="l">
              <a:defRPr sz="135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8pPr>
            <a:lvl9pPr algn="l">
              <a:defRPr sz="135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pPr>
            <a:r>
              <a:rPr sz="135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rPr>
              <a:t>SETEMBRO</a:t>
            </a:r>
          </a:p>
        </p:txBody>
      </p:sp>
      <p:sp>
        <p:nvSpPr>
          <p:cNvPr id="7" name="period-october">
            <a:extLst xmlns:a="http://schemas.openxmlformats.org/drawingml/2006/main">
              <a:ext uri="{FF2B5EF4-FFF2-40B4-BE49-F238E27FC236}">
                <a16:creationId xmlns:a16="http://schemas.microsoft.com/office/drawing/2014/main" id="{99F34BFD-804E-4822-AD4E-50C1A0694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3267075"/>
            <a:ext cx="3810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1E6654"/>
                </a:solidFill>
                <a:latin typeface="Liberation Mono"/>
                <a:ea typeface="Liberation Mono"/>
                <a:cs typeface="Liberation Mono"/>
              </a:defRPr>
            </a:defPPr>
            <a:lvl1pPr algn="l">
              <a:defRPr sz="1350" b="0">
                <a:solidFill>
                  <a:srgbClr val="1E6654"/>
                </a:solidFill>
                <a:latin typeface="Liberation Mono"/>
                <a:ea typeface="Liberation Mono"/>
                <a:cs typeface="Liberation Mono"/>
              </a:defRPr>
            </a:lvl1pPr>
            <a:lvl2pPr algn="l">
              <a:defRPr sz="1350" b="0">
                <a:solidFill>
                  <a:srgbClr val="1E6654"/>
                </a:solidFill>
                <a:latin typeface="Liberation Mono"/>
                <a:ea typeface="Liberation Mono"/>
                <a:cs typeface="Liberation Mono"/>
              </a:defRPr>
            </a:lvl2pPr>
            <a:lvl3pPr algn="l">
              <a:defRPr sz="1350" b="0">
                <a:solidFill>
                  <a:srgbClr val="1E6654"/>
                </a:solidFill>
                <a:latin typeface="Liberation Mono"/>
                <a:ea typeface="Liberation Mono"/>
                <a:cs typeface="Liberation Mono"/>
              </a:defRPr>
            </a:lvl3pPr>
            <a:lvl4pPr algn="l">
              <a:defRPr sz="1350" b="0">
                <a:solidFill>
                  <a:srgbClr val="1E6654"/>
                </a:solidFill>
                <a:latin typeface="Liberation Mono"/>
                <a:ea typeface="Liberation Mono"/>
                <a:cs typeface="Liberation Mono"/>
              </a:defRPr>
            </a:lvl4pPr>
            <a:lvl5pPr algn="l">
              <a:defRPr sz="1350" b="0">
                <a:solidFill>
                  <a:srgbClr val="1E6654"/>
                </a:solidFill>
                <a:latin typeface="Liberation Mono"/>
                <a:ea typeface="Liberation Mono"/>
                <a:cs typeface="Liberation Mono"/>
              </a:defRPr>
            </a:lvl5pPr>
            <a:lvl6pPr algn="l">
              <a:defRPr sz="1350" b="0">
                <a:solidFill>
                  <a:srgbClr val="1E6654"/>
                </a:solidFill>
                <a:latin typeface="Liberation Mono"/>
                <a:ea typeface="Liberation Mono"/>
                <a:cs typeface="Liberation Mono"/>
              </a:defRPr>
            </a:lvl6pPr>
            <a:lvl7pPr algn="l">
              <a:defRPr sz="1350" b="0">
                <a:solidFill>
                  <a:srgbClr val="1E6654"/>
                </a:solidFill>
                <a:latin typeface="Liberation Mono"/>
                <a:ea typeface="Liberation Mono"/>
                <a:cs typeface="Liberation Mono"/>
              </a:defRPr>
            </a:lvl7pPr>
            <a:lvl8pPr algn="l">
              <a:defRPr sz="1350" b="0">
                <a:solidFill>
                  <a:srgbClr val="1E6654"/>
                </a:solidFill>
                <a:latin typeface="Liberation Mono"/>
                <a:ea typeface="Liberation Mono"/>
                <a:cs typeface="Liberation Mono"/>
              </a:defRPr>
            </a:lvl8pPr>
            <a:lvl9pPr algn="l">
              <a:defRPr sz="1350" b="0">
                <a:solidFill>
                  <a:srgbClr val="1E6654"/>
                </a:solidFill>
                <a:latin typeface="Liberation Mono"/>
                <a:ea typeface="Liberation Mono"/>
                <a:cs typeface="Liberation Mono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1E6654"/>
                </a:solidFill>
                <a:latin typeface="Liberation Mono"/>
                <a:ea typeface="Liberation Mono"/>
                <a:cs typeface="Liberation Mono"/>
              </a:defRPr>
            </a:pPr>
            <a:r>
              <a:rPr sz="1350" b="0">
                <a:solidFill>
                  <a:srgbClr val="1E6654"/>
                </a:solidFill>
                <a:latin typeface="Liberation Mono"/>
                <a:ea typeface="Liberation Mono"/>
                <a:cs typeface="Liberation Mono"/>
              </a:rPr>
              <a:t>OUTUBRO</a:t>
            </a:r>
          </a:p>
        </p:txBody>
      </p:sp>
      <p:cxnSp>
        <p:nvCxnSpPr>
          <p:cNvPr id="8" name="period-link">
            <a:extLst xmlns:a="http://schemas.openxmlformats.org/drawingml/2006/main">
              <a:ext uri="{FF2B5EF4-FFF2-40B4-BE49-F238E27FC236}">
                <a16:creationId xmlns:a16="http://schemas.microsoft.com/office/drawing/2014/main" id="{30963B33-8A35-4C6A-8007-2469FA9BD604}"/>
              </a:ext>
            </a:extLst>
          </p:cNvPr>
          <p:cNvCxnSpPr/>
          <p:nvPr/>
        </p:nvCxnSpPr>
        <p:spPr>
          <a:xfrm xmlns:a="http://schemas.openxmlformats.org/drawingml/2006/main">
            <a:off x="3886200" y="4295775"/>
            <a:ext cx="3219450" cy="0"/>
          </a:xfrm>
          <a:prstGeom xmlns:a="http://schemas.openxmlformats.org/drawingml/2006/main" prst="straightConnector1">
            <a:avLst/>
          </a:prstGeom>
          <a:ln xmlns:a="http://schemas.openxmlformats.org/drawingml/2006/main" w="12383">
            <a:solidFill>
              <a:srgbClr val="1E6654"/>
            </a:solidFill>
            <a:tailEnd type="triangle" w="sm" len="sm"/>
          </a:ln>
        </p:spPr>
      </p:cxnSp>
      <p:sp>
        <p:nvSpPr>
          <p:cNvPr id="9" name="pending-source">
            <a:extLst xmlns:a="http://schemas.openxmlformats.org/drawingml/2006/main">
              <a:ext uri="{FF2B5EF4-FFF2-40B4-BE49-F238E27FC236}">
                <a16:creationId xmlns:a16="http://schemas.microsoft.com/office/drawing/2014/main" id="{1B3A8FFE-D421-473D-93AA-E2337C847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857625"/>
            <a:ext cx="3619500" cy="1019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5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defPPr>
            <a:lvl1pPr algn="l">
              <a:defRPr sz="25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1pPr>
            <a:lvl2pPr algn="l">
              <a:defRPr sz="25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2pPr>
            <a:lvl3pPr algn="l">
              <a:defRPr sz="25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3pPr>
            <a:lvl4pPr algn="l">
              <a:defRPr sz="25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4pPr>
            <a:lvl5pPr algn="l">
              <a:defRPr sz="25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5pPr>
            <a:lvl6pPr algn="l">
              <a:defRPr sz="25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6pPr>
            <a:lvl7pPr algn="l">
              <a:defRPr sz="25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7pPr>
            <a:lvl8pPr algn="l">
              <a:defRPr sz="25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8pPr>
            <a:lvl9pPr algn="l">
              <a:defRPr sz="25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5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132B2A"/>
                </a:solidFill>
                <a:latin typeface="Arial"/>
                <a:ea typeface="Arial"/>
                <a:cs typeface="Arial"/>
              </a:rPr>
              <a:t>Linhas preservadas</a:t>
            </a:r>
          </a:p>
          <a:p xmlns:a="http://schemas.openxmlformats.org/drawingml/2006/main">
            <a:pPr algn="l">
              <a:defRPr sz="25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132B2A"/>
                </a:solidFill>
                <a:latin typeface="Arial"/>
                <a:ea typeface="Arial"/>
                <a:cs typeface="Arial"/>
              </a:rPr>
              <a:t>Taxa a confirmar</a:t>
            </a:r>
          </a:p>
        </p:txBody>
      </p:sp>
      <p:sp>
        <p:nvSpPr>
          <p:cNvPr id="10" name="next-action">
            <a:extLst xmlns:a="http://schemas.openxmlformats.org/drawingml/2006/main">
              <a:ext uri="{FF2B5EF4-FFF2-40B4-BE49-F238E27FC236}">
                <a16:creationId xmlns:a16="http://schemas.microsoft.com/office/drawing/2014/main" id="{2C287002-D771-4305-A89F-A7A643771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3857625"/>
            <a:ext cx="3810000" cy="1019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5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defPPr>
            <a:lvl1pPr algn="l">
              <a:defRPr sz="25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1pPr>
            <a:lvl2pPr algn="l">
              <a:defRPr sz="25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2pPr>
            <a:lvl3pPr algn="l">
              <a:defRPr sz="25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3pPr>
            <a:lvl4pPr algn="l">
              <a:defRPr sz="25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4pPr>
            <a:lvl5pPr algn="l">
              <a:defRPr sz="25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5pPr>
            <a:lvl6pPr algn="l">
              <a:defRPr sz="25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6pPr>
            <a:lvl7pPr algn="l">
              <a:defRPr sz="25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7pPr>
            <a:lvl8pPr algn="l">
              <a:defRPr sz="25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8pPr>
            <a:lvl9pPr algn="l">
              <a:defRPr sz="25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5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1E6654"/>
                </a:solidFill>
                <a:latin typeface="Arial"/>
                <a:ea typeface="Arial"/>
                <a:cs typeface="Arial"/>
              </a:rPr>
              <a:t>Comercial confirma</a:t>
            </a:r>
          </a:p>
          <a:p xmlns:a="http://schemas.openxmlformats.org/drawingml/2006/main">
            <a:pPr algn="l">
              <a:defRPr sz="25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1E6654"/>
                </a:solidFill>
                <a:latin typeface="Arial"/>
                <a:ea typeface="Arial"/>
                <a:cs typeface="Arial"/>
              </a:rPr>
              <a:t>Helena revisa</a:t>
            </a:r>
          </a:p>
        </p:txBody>
      </p:sp>
      <p:sp>
        <p:nvSpPr>
          <p:cNvPr id="11" name="evidence-qualifier">
            <a:extLst xmlns:a="http://schemas.openxmlformats.org/drawingml/2006/main">
              <a:ext uri="{FF2B5EF4-FFF2-40B4-BE49-F238E27FC236}">
                <a16:creationId xmlns:a16="http://schemas.microsoft.com/office/drawing/2014/main" id="{5E040096-68D3-48C0-976D-738C1CB1A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191250"/>
            <a:ext cx="100012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Orientação do cliente · acompanhamento entre competências a validar</a:t>
            </a:r>
          </a:p>
        </p:txBody>
      </p:sp>
    </p:spTree>
    <p:extLst>
      <p:ext uri="{BB962C8B-B14F-4D97-AF65-F5344CB8AC3E}">
        <p14:creationId xmlns:p14="http://schemas.microsoft.com/office/powerpoint/2010/main" val="489293308"/>
      </p:ext>
    </p:extLst>
  </p:cSld>
</p:sld>
</file>

<file path=ppt/slides/slide46.xml><?xml version="1.0" encoding="utf-8"?>
<p:sld xmlns:p="http://schemas.openxmlformats.org/presentationml/2006/main">
  <p:cSld>
    <p:bg>
      <p:bgPr>
        <a:solidFill xmlns:a="http://schemas.openxmlformats.org/drawingml/2006/main">
          <a:srgbClr val="F6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251171D-19A3-4345-8898-373FB9B56C2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5e4584977414fd0">
            <a:extLst>
              <a:ext uri="{96DAC541-7B7A-43D3-8B79-37D633B846F1}">
                <asvg:svgBlip xmlns:asvg="http://schemas.microsoft.com/office/drawing/2016/SVG/main" r:embed="R2d8cdc9ba9c94090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38200" y="485775"/>
            <a:ext cx="1000125" cy="209550"/>
          </a:xfrm>
          <a:prstGeom xmlns:a="http://schemas.openxmlformats.org/drawingml/2006/main" prst="rect">
            <a:avLst/>
          </a:prstGeom>
        </p:spPr>
      </p:pic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292AA28F-AC0E-43EE-8BFD-96611AFD7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504825"/>
            <a:ext cx="3524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defPPr>
            <a:lvl1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1pPr>
            <a:lvl2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2pPr>
            <a:lvl3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3pPr>
            <a:lvl4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4pPr>
            <a:lvl5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5pPr>
            <a:lvl6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6pPr>
            <a:lvl7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7pPr>
            <a:lvl8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8pPr>
            <a:lvl9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pPr>
            <a:r>
              <a: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rPr>
              <a:t>CONTINUIDADE</a:t>
            </a:r>
          </a:p>
        </p:txBody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C5D47782-D757-45B1-89C5-C1DBDF21C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53175"/>
            <a:ext cx="304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defPPr>
            <a:lvl1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1pPr>
            <a:lvl2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2pPr>
            <a:lvl3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3pPr>
            <a:lvl4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4pPr>
            <a:lvl5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5pPr>
            <a:lvl6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6pPr>
            <a:lvl7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7pPr>
            <a:lvl8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8pPr>
            <a:lvl9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pPr>
            <a:r>
              <a: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rPr>
              <a:t>45</a:t>
            </a:r>
          </a:p>
        </p:txBody>
      </p:sp>
      <p:sp>
        <p:nvSpPr>
          <p:cNvPr id="4" name="evidence-heading">
            <a:extLst xmlns:a="http://schemas.openxmlformats.org/drawingml/2006/main">
              <a:ext uri="{FF2B5EF4-FFF2-40B4-BE49-F238E27FC236}">
                <a16:creationId xmlns:a16="http://schemas.microsoft.com/office/drawing/2014/main" id="{7009B5F0-8A92-4B15-BC87-C199D3592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266825"/>
            <a:ext cx="105156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defPPr>
            <a:lvl1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1pPr>
            <a:lvl2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2pPr>
            <a:lvl3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3pPr>
            <a:lvl4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4pPr>
            <a:lvl5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5pPr>
            <a:lvl6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6pPr>
            <a:lvl7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7pPr>
            <a:lvl8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8pPr>
            <a:lvl9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pPr>
            <a:r>
              <a:rPr sz="3750" b="0">
                <a:solidFill>
                  <a:srgbClr val="132B2A"/>
                </a:solidFill>
                <a:latin typeface="Arial"/>
                <a:ea typeface="Arial"/>
                <a:cs typeface="Arial"/>
              </a:rPr>
              <a:t>A transferência de setembro</a:t>
            </a:r>
          </a:p>
        </p:txBody>
      </p:sp>
      <p:sp>
        <p:nvSpPr>
          <p:cNvPr id="5" name="evidence-heading-second">
            <a:extLst xmlns:a="http://schemas.openxmlformats.org/drawingml/2006/main">
              <a:ext uri="{FF2B5EF4-FFF2-40B4-BE49-F238E27FC236}">
                <a16:creationId xmlns:a16="http://schemas.microsoft.com/office/drawing/2014/main" id="{70F943EA-D172-4748-B0E9-E879FEF2C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95475"/>
            <a:ext cx="105156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defPPr>
            <a:lvl1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1pPr>
            <a:lvl2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2pPr>
            <a:lvl3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3pPr>
            <a:lvl4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4pPr>
            <a:lvl5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5pPr>
            <a:lvl6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6pPr>
            <a:lvl7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7pPr>
            <a:lvl8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8pPr>
            <a:lvl9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pPr>
            <a:r>
              <a:rPr sz="3750" b="0">
                <a:solidFill>
                  <a:srgbClr val="1E6654"/>
                </a:solidFill>
                <a:latin typeface="Arial"/>
                <a:ea typeface="Arial"/>
                <a:cs typeface="Arial"/>
              </a:rPr>
              <a:t>continua em trânsito</a:t>
            </a:r>
          </a:p>
        </p:txBody>
      </p:sp>
      <p:sp>
        <p:nvSpPr>
          <p:cNvPr id="6" name="period-september">
            <a:extLst xmlns:a="http://schemas.openxmlformats.org/drawingml/2006/main">
              <a:ext uri="{FF2B5EF4-FFF2-40B4-BE49-F238E27FC236}">
                <a16:creationId xmlns:a16="http://schemas.microsoft.com/office/drawing/2014/main" id="{83C3A3BC-701B-4773-819E-50DE6A330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67075"/>
            <a:ext cx="4191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defPPr>
            <a:lvl1pPr algn="l">
              <a:defRPr sz="135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1pPr>
            <a:lvl2pPr algn="l">
              <a:defRPr sz="135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2pPr>
            <a:lvl3pPr algn="l">
              <a:defRPr sz="135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3pPr>
            <a:lvl4pPr algn="l">
              <a:defRPr sz="135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4pPr>
            <a:lvl5pPr algn="l">
              <a:defRPr sz="135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5pPr>
            <a:lvl6pPr algn="l">
              <a:defRPr sz="135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6pPr>
            <a:lvl7pPr algn="l">
              <a:defRPr sz="135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7pPr>
            <a:lvl8pPr algn="l">
              <a:defRPr sz="135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8pPr>
            <a:lvl9pPr algn="l">
              <a:defRPr sz="135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pPr>
            <a:r>
              <a:rPr sz="135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rPr>
              <a:t>SETEMBRO</a:t>
            </a:r>
          </a:p>
        </p:txBody>
      </p:sp>
      <p:sp>
        <p:nvSpPr>
          <p:cNvPr id="7" name="period-october">
            <a:extLst xmlns:a="http://schemas.openxmlformats.org/drawingml/2006/main">
              <a:ext uri="{FF2B5EF4-FFF2-40B4-BE49-F238E27FC236}">
                <a16:creationId xmlns:a16="http://schemas.microsoft.com/office/drawing/2014/main" id="{33CE86EE-1837-4ACC-BC6F-9CEDA558E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3267075"/>
            <a:ext cx="3810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1E6654"/>
                </a:solidFill>
                <a:latin typeface="Liberation Mono"/>
                <a:ea typeface="Liberation Mono"/>
                <a:cs typeface="Liberation Mono"/>
              </a:defRPr>
            </a:defPPr>
            <a:lvl1pPr algn="l">
              <a:defRPr sz="1350" b="0">
                <a:solidFill>
                  <a:srgbClr val="1E6654"/>
                </a:solidFill>
                <a:latin typeface="Liberation Mono"/>
                <a:ea typeface="Liberation Mono"/>
                <a:cs typeface="Liberation Mono"/>
              </a:defRPr>
            </a:lvl1pPr>
            <a:lvl2pPr algn="l">
              <a:defRPr sz="1350" b="0">
                <a:solidFill>
                  <a:srgbClr val="1E6654"/>
                </a:solidFill>
                <a:latin typeface="Liberation Mono"/>
                <a:ea typeface="Liberation Mono"/>
                <a:cs typeface="Liberation Mono"/>
              </a:defRPr>
            </a:lvl2pPr>
            <a:lvl3pPr algn="l">
              <a:defRPr sz="1350" b="0">
                <a:solidFill>
                  <a:srgbClr val="1E6654"/>
                </a:solidFill>
                <a:latin typeface="Liberation Mono"/>
                <a:ea typeface="Liberation Mono"/>
                <a:cs typeface="Liberation Mono"/>
              </a:defRPr>
            </a:lvl3pPr>
            <a:lvl4pPr algn="l">
              <a:defRPr sz="1350" b="0">
                <a:solidFill>
                  <a:srgbClr val="1E6654"/>
                </a:solidFill>
                <a:latin typeface="Liberation Mono"/>
                <a:ea typeface="Liberation Mono"/>
                <a:cs typeface="Liberation Mono"/>
              </a:defRPr>
            </a:lvl4pPr>
            <a:lvl5pPr algn="l">
              <a:defRPr sz="1350" b="0">
                <a:solidFill>
                  <a:srgbClr val="1E6654"/>
                </a:solidFill>
                <a:latin typeface="Liberation Mono"/>
                <a:ea typeface="Liberation Mono"/>
                <a:cs typeface="Liberation Mono"/>
              </a:defRPr>
            </a:lvl5pPr>
            <a:lvl6pPr algn="l">
              <a:defRPr sz="1350" b="0">
                <a:solidFill>
                  <a:srgbClr val="1E6654"/>
                </a:solidFill>
                <a:latin typeface="Liberation Mono"/>
                <a:ea typeface="Liberation Mono"/>
                <a:cs typeface="Liberation Mono"/>
              </a:defRPr>
            </a:lvl6pPr>
            <a:lvl7pPr algn="l">
              <a:defRPr sz="1350" b="0">
                <a:solidFill>
                  <a:srgbClr val="1E6654"/>
                </a:solidFill>
                <a:latin typeface="Liberation Mono"/>
                <a:ea typeface="Liberation Mono"/>
                <a:cs typeface="Liberation Mono"/>
              </a:defRPr>
            </a:lvl7pPr>
            <a:lvl8pPr algn="l">
              <a:defRPr sz="1350" b="0">
                <a:solidFill>
                  <a:srgbClr val="1E6654"/>
                </a:solidFill>
                <a:latin typeface="Liberation Mono"/>
                <a:ea typeface="Liberation Mono"/>
                <a:cs typeface="Liberation Mono"/>
              </a:defRPr>
            </a:lvl8pPr>
            <a:lvl9pPr algn="l">
              <a:defRPr sz="1350" b="0">
                <a:solidFill>
                  <a:srgbClr val="1E6654"/>
                </a:solidFill>
                <a:latin typeface="Liberation Mono"/>
                <a:ea typeface="Liberation Mono"/>
                <a:cs typeface="Liberation Mono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1E6654"/>
                </a:solidFill>
                <a:latin typeface="Liberation Mono"/>
                <a:ea typeface="Liberation Mono"/>
                <a:cs typeface="Liberation Mono"/>
              </a:defRPr>
            </a:pPr>
            <a:r>
              <a:rPr sz="1350" b="0">
                <a:solidFill>
                  <a:srgbClr val="1E6654"/>
                </a:solidFill>
                <a:latin typeface="Liberation Mono"/>
                <a:ea typeface="Liberation Mono"/>
                <a:cs typeface="Liberation Mono"/>
              </a:rPr>
              <a:t>OUTUBRO</a:t>
            </a:r>
          </a:p>
        </p:txBody>
      </p:sp>
      <p:cxnSp>
        <p:nvCxnSpPr>
          <p:cNvPr id="8" name="period-link">
            <a:extLst xmlns:a="http://schemas.openxmlformats.org/drawingml/2006/main">
              <a:ext uri="{FF2B5EF4-FFF2-40B4-BE49-F238E27FC236}">
                <a16:creationId xmlns:a16="http://schemas.microsoft.com/office/drawing/2014/main" id="{6AEE922A-CD9A-4DB7-B06E-9CB61B2F74AB}"/>
              </a:ext>
            </a:extLst>
          </p:cNvPr>
          <p:cNvCxnSpPr/>
          <p:nvPr/>
        </p:nvCxnSpPr>
        <p:spPr>
          <a:xfrm xmlns:a="http://schemas.openxmlformats.org/drawingml/2006/main">
            <a:off x="3886200" y="4295775"/>
            <a:ext cx="3219450" cy="0"/>
          </a:xfrm>
          <a:prstGeom xmlns:a="http://schemas.openxmlformats.org/drawingml/2006/main" prst="straightConnector1">
            <a:avLst/>
          </a:prstGeom>
          <a:ln xmlns:a="http://schemas.openxmlformats.org/drawingml/2006/main" w="12383">
            <a:solidFill>
              <a:srgbClr val="1E6654"/>
            </a:solidFill>
            <a:tailEnd type="triangle" w="sm" len="sm"/>
          </a:ln>
        </p:spPr>
      </p:cxnSp>
      <p:sp>
        <p:nvSpPr>
          <p:cNvPr id="9" name="pending-source">
            <a:extLst xmlns:a="http://schemas.openxmlformats.org/drawingml/2006/main">
              <a:ext uri="{FF2B5EF4-FFF2-40B4-BE49-F238E27FC236}">
                <a16:creationId xmlns:a16="http://schemas.microsoft.com/office/drawing/2014/main" id="{446C15C7-BC04-4CD7-B124-C37919225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857625"/>
            <a:ext cx="3619500" cy="1019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5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defPPr>
            <a:lvl1pPr algn="l">
              <a:defRPr sz="25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1pPr>
            <a:lvl2pPr algn="l">
              <a:defRPr sz="25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2pPr>
            <a:lvl3pPr algn="l">
              <a:defRPr sz="25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3pPr>
            <a:lvl4pPr algn="l">
              <a:defRPr sz="25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4pPr>
            <a:lvl5pPr algn="l">
              <a:defRPr sz="25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5pPr>
            <a:lvl6pPr algn="l">
              <a:defRPr sz="25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6pPr>
            <a:lvl7pPr algn="l">
              <a:defRPr sz="25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7pPr>
            <a:lvl8pPr algn="l">
              <a:defRPr sz="25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8pPr>
            <a:lvl9pPr algn="l">
              <a:defRPr sz="25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5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132B2A"/>
                </a:solidFill>
                <a:latin typeface="Arial"/>
                <a:ea typeface="Arial"/>
                <a:cs typeface="Arial"/>
              </a:rPr>
              <a:t>R$ 300.000,00</a:t>
            </a:r>
          </a:p>
          <a:p xmlns:a="http://schemas.openxmlformats.org/drawingml/2006/main">
            <a:pPr algn="l">
              <a:defRPr sz="25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132B2A"/>
                </a:solidFill>
                <a:latin typeface="Arial"/>
                <a:ea typeface="Arial"/>
                <a:cs typeface="Arial"/>
              </a:rPr>
              <a:t>Saída em 30/09</a:t>
            </a:r>
          </a:p>
        </p:txBody>
      </p:sp>
      <p:sp>
        <p:nvSpPr>
          <p:cNvPr id="10" name="next-action">
            <a:extLst xmlns:a="http://schemas.openxmlformats.org/drawingml/2006/main">
              <a:ext uri="{FF2B5EF4-FFF2-40B4-BE49-F238E27FC236}">
                <a16:creationId xmlns:a16="http://schemas.microsoft.com/office/drawing/2014/main" id="{EE7EE099-07AD-42DF-A658-D321DFA44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3857625"/>
            <a:ext cx="3810000" cy="1019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5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defPPr>
            <a:lvl1pPr algn="l">
              <a:defRPr sz="25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1pPr>
            <a:lvl2pPr algn="l">
              <a:defRPr sz="25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2pPr>
            <a:lvl3pPr algn="l">
              <a:defRPr sz="25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3pPr>
            <a:lvl4pPr algn="l">
              <a:defRPr sz="25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4pPr>
            <a:lvl5pPr algn="l">
              <a:defRPr sz="25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5pPr>
            <a:lvl6pPr algn="l">
              <a:defRPr sz="25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6pPr>
            <a:lvl7pPr algn="l">
              <a:defRPr sz="25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7pPr>
            <a:lvl8pPr algn="l">
              <a:defRPr sz="25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8pPr>
            <a:lvl9pPr algn="l">
              <a:defRPr sz="25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5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1E6654"/>
                </a:solidFill>
                <a:latin typeface="Arial"/>
                <a:ea typeface="Arial"/>
                <a:cs typeface="Arial"/>
              </a:rPr>
              <a:t>Conferir crédito</a:t>
            </a:r>
          </a:p>
          <a:p xmlns:a="http://schemas.openxmlformats.org/drawingml/2006/main">
            <a:pPr algn="l">
              <a:defRPr sz="25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1E6654"/>
                </a:solidFill>
                <a:latin typeface="Arial"/>
                <a:ea typeface="Arial"/>
                <a:cs typeface="Arial"/>
              </a:rPr>
              <a:t>em 01/10</a:t>
            </a:r>
          </a:p>
        </p:txBody>
      </p:sp>
      <p:sp>
        <p:nvSpPr>
          <p:cNvPr id="11" name="evidence-qualifier">
            <a:extLst xmlns:a="http://schemas.openxmlformats.org/drawingml/2006/main">
              <a:ext uri="{FF2B5EF4-FFF2-40B4-BE49-F238E27FC236}">
                <a16:creationId xmlns:a16="http://schemas.microsoft.com/office/drawing/2014/main" id="{5EE9AFEA-1893-4BD9-8FA7-4AD8E2493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191250"/>
            <a:ext cx="100012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Crédito de outubro ainda não comprovado nos arquivos de setembro</a:t>
            </a:r>
          </a:p>
        </p:txBody>
      </p:sp>
    </p:spTree>
    <p:extLst>
      <p:ext uri="{BB962C8B-B14F-4D97-AF65-F5344CB8AC3E}">
        <p14:creationId xmlns:p14="http://schemas.microsoft.com/office/powerpoint/2010/main" val="785245322"/>
      </p:ext>
    </p:extLst>
  </p:cSld>
</p:sld>
</file>

<file path=ppt/slides/slide47.xml><?xml version="1.0" encoding="utf-8"?>
<p:sld xmlns:p="http://schemas.openxmlformats.org/presentationml/2006/main">
  <p:cSld>
    <p:bg>
      <p:bgPr>
        <a:solidFill xmlns:a="http://schemas.openxmlformats.org/drawingml/2006/main">
          <a:srgbClr val="F6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ADA0726-EDEB-405B-9380-697ECF2F773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d09274f46a04ec9">
            <a:extLst>
              <a:ext uri="{96DAC541-7B7A-43D3-8B79-37D633B846F1}">
                <asvg:svgBlip xmlns:asvg="http://schemas.microsoft.com/office/drawing/2016/SVG/main" r:embed="Rf94d5cfd4cae4aee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38200" y="485775"/>
            <a:ext cx="1000125" cy="209550"/>
          </a:xfrm>
          <a:prstGeom xmlns:a="http://schemas.openxmlformats.org/drawingml/2006/main" prst="rect">
            <a:avLst/>
          </a:prstGeom>
        </p:spPr>
      </p:pic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28277AC4-1C2F-4EF1-812E-98A98BBFC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504825"/>
            <a:ext cx="3524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defPPr>
            <a:lvl1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1pPr>
            <a:lvl2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2pPr>
            <a:lvl3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3pPr>
            <a:lvl4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4pPr>
            <a:lvl5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5pPr>
            <a:lvl6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6pPr>
            <a:lvl7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7pPr>
            <a:lvl8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8pPr>
            <a:lvl9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pPr>
            <a:r>
              <a: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rPr>
              <a:t>PLANO DE DESENVOLVIMENTO</a:t>
            </a:r>
          </a:p>
        </p:txBody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C2BEEA98-0BB0-4BDE-AC1C-8748FCA4A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53175"/>
            <a:ext cx="304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defPPr>
            <a:lvl1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1pPr>
            <a:lvl2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2pPr>
            <a:lvl3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3pPr>
            <a:lvl4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4pPr>
            <a:lvl5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5pPr>
            <a:lvl6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6pPr>
            <a:lvl7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7pPr>
            <a:lvl8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8pPr>
            <a:lvl9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pPr>
            <a:r>
              <a: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rPr>
              <a:t>46</a:t>
            </a:r>
          </a:p>
        </p:txBody>
      </p:sp>
      <p:sp>
        <p:nvSpPr>
          <p:cNvPr id="4" name="evidence-heading">
            <a:extLst xmlns:a="http://schemas.openxmlformats.org/drawingml/2006/main">
              <a:ext uri="{FF2B5EF4-FFF2-40B4-BE49-F238E27FC236}">
                <a16:creationId xmlns:a16="http://schemas.microsoft.com/office/drawing/2014/main" id="{E5B1465C-281E-4269-99D5-EFFAE56F4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266825"/>
            <a:ext cx="105156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defPPr>
            <a:lvl1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1pPr>
            <a:lvl2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2pPr>
            <a:lvl3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3pPr>
            <a:lvl4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4pPr>
            <a:lvl5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5pPr>
            <a:lvl6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6pPr>
            <a:lvl7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7pPr>
            <a:lvl8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8pPr>
            <a:lvl9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pPr>
            <a:r>
              <a:rPr sz="3750" b="0">
                <a:solidFill>
                  <a:srgbClr val="132B2A"/>
                </a:solidFill>
                <a:latin typeface="Arial"/>
                <a:ea typeface="Arial"/>
                <a:cs typeface="Arial"/>
              </a:rPr>
              <a:t>Validar a próxima</a:t>
            </a:r>
          </a:p>
        </p:txBody>
      </p:sp>
      <p:sp>
        <p:nvSpPr>
          <p:cNvPr id="5" name="evidence-heading-second">
            <a:extLst xmlns:a="http://schemas.openxmlformats.org/drawingml/2006/main">
              <a:ext uri="{FF2B5EF4-FFF2-40B4-BE49-F238E27FC236}">
                <a16:creationId xmlns:a16="http://schemas.microsoft.com/office/drawing/2014/main" id="{C562108B-9040-412D-A0DC-F88191667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95475"/>
            <a:ext cx="105156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defPPr>
            <a:lvl1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1pPr>
            <a:lvl2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2pPr>
            <a:lvl3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3pPr>
            <a:lvl4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4pPr>
            <a:lvl5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5pPr>
            <a:lvl6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6pPr>
            <a:lvl7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7pPr>
            <a:lvl8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8pPr>
            <a:lvl9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pPr>
            <a:r>
              <a:rPr sz="3750" b="0">
                <a:solidFill>
                  <a:srgbClr val="1E6654"/>
                </a:solidFill>
                <a:latin typeface="Arial"/>
                <a:ea typeface="Arial"/>
                <a:cs typeface="Arial"/>
              </a:rPr>
              <a:t>competência</a:t>
            </a:r>
          </a:p>
        </p:txBody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B447C12-A31B-4658-AFCC-431D34EBD10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3545ed3049a47de"/>
          <a:srcRect xmlns:a="http://schemas.openxmlformats.org/drawingml/2006/main" l="24100" t="8100" r="13540" b="4880"/>
          <a:stretch xmlns:a="http://schemas.openxmlformats.org/drawingml/2006/main"/>
        </p:blipFill>
        <p:spPr>
          <a:xfrm xmlns:a="http://schemas.openxmlformats.org/drawingml/2006/main">
            <a:off x="895350" y="3181350"/>
            <a:ext cx="2857500" cy="2647950"/>
          </a:xfrm>
          <a:prstGeom xmlns:a="http://schemas.openxmlformats.org/drawingml/2006/main" prst="rect">
            <a:avLst/>
          </a:prstGeom>
        </p:spPr>
      </p:pic>
      <p:sp>
        <p:nvSpPr>
          <p:cNvPr id="7" name="plan-week">
            <a:extLst xmlns:a="http://schemas.openxmlformats.org/drawingml/2006/main">
              <a:ext uri="{FF2B5EF4-FFF2-40B4-BE49-F238E27FC236}">
                <a16:creationId xmlns:a16="http://schemas.microsoft.com/office/drawing/2014/main" id="{33BB41B2-C07D-419C-990C-2BB131D50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3181350"/>
            <a:ext cx="647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5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defPPr>
            <a:lvl1pPr algn="l">
              <a:defRPr sz="25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1pPr>
            <a:lvl2pPr algn="l">
              <a:defRPr sz="25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2pPr>
            <a:lvl3pPr algn="l">
              <a:defRPr sz="25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3pPr>
            <a:lvl4pPr algn="l">
              <a:defRPr sz="25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4pPr>
            <a:lvl5pPr algn="l">
              <a:defRPr sz="25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5pPr>
            <a:lvl6pPr algn="l">
              <a:defRPr sz="25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6pPr>
            <a:lvl7pPr algn="l">
              <a:defRPr sz="25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7pPr>
            <a:lvl8pPr algn="l">
              <a:defRPr sz="25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8pPr>
            <a:lvl9pPr algn="l">
              <a:defRPr sz="25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5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1E6654"/>
                </a:solidFill>
                <a:latin typeface="Arial"/>
                <a:ea typeface="Arial"/>
                <a:cs typeface="Arial"/>
              </a:rPr>
              <a:t>Semanas 1 e 2</a:t>
            </a:r>
          </a:p>
        </p:txBody>
      </p:sp>
      <p:sp>
        <p:nvSpPr>
          <p:cNvPr id="8" name="plan-validation">
            <a:extLst xmlns:a="http://schemas.openxmlformats.org/drawingml/2006/main">
              <a:ext uri="{FF2B5EF4-FFF2-40B4-BE49-F238E27FC236}">
                <a16:creationId xmlns:a16="http://schemas.microsoft.com/office/drawing/2014/main" id="{40ECA712-3333-4368-B644-F0A3F3EE4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40386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defPPr>
            <a:lvl1pPr algn="l">
              <a:defRPr sz="21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1pPr>
            <a:lvl2pPr algn="l">
              <a:defRPr sz="21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2pPr>
            <a:lvl3pPr algn="l">
              <a:defRPr sz="21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3pPr>
            <a:lvl4pPr algn="l">
              <a:defRPr sz="21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4pPr>
            <a:lvl5pPr algn="l">
              <a:defRPr sz="21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5pPr>
            <a:lvl6pPr algn="l">
              <a:defRPr sz="21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6pPr>
            <a:lvl7pPr algn="l">
              <a:defRPr sz="21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7pPr>
            <a:lvl8pPr algn="l">
              <a:defRPr sz="21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8pPr>
            <a:lvl9pPr algn="l">
              <a:defRPr sz="21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Lote real de outubro</a:t>
            </a:r>
          </a:p>
          <a:p xmlns:a="http://schemas.openxmlformats.org/drawingml/2006/main">
            <a:pPr algn="l">
              <a:defRPr sz="21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Pendências de setembro</a:t>
            </a:r>
          </a:p>
          <a:p xmlns:a="http://schemas.openxmlformats.org/drawingml/2006/main">
            <a:pPr algn="l">
              <a:defRPr sz="21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Saldos e origens conferidos</a:t>
            </a:r>
          </a:p>
        </p:txBody>
      </p:sp>
      <p:sp>
        <p:nvSpPr>
          <p:cNvPr id="9" name="evidence-qualifier">
            <a:extLst xmlns:a="http://schemas.openxmlformats.org/drawingml/2006/main">
              <a:ext uri="{FF2B5EF4-FFF2-40B4-BE49-F238E27FC236}">
                <a16:creationId xmlns:a16="http://schemas.microsoft.com/office/drawing/2014/main" id="{B449109D-6B0B-42DB-89BC-844A79CAD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191250"/>
            <a:ext cx="100012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Plano para mais um mês · benefícios ainda sujeitos à medição</a:t>
            </a:r>
          </a:p>
        </p:txBody>
      </p:sp>
    </p:spTree>
    <p:extLst>
      <p:ext uri="{BB962C8B-B14F-4D97-AF65-F5344CB8AC3E}">
        <p14:creationId xmlns:p14="http://schemas.microsoft.com/office/powerpoint/2010/main" val="366399308"/>
      </p:ext>
    </p:extLst>
  </p:cSld>
</p:sld>
</file>

<file path=ppt/slides/slide48.xml><?xml version="1.0" encoding="utf-8"?>
<p:sld xmlns:p="http://schemas.openxmlformats.org/presentationml/2006/main">
  <p:cSld>
    <p:bg>
      <p:bgPr>
        <a:solidFill xmlns:a="http://schemas.openxmlformats.org/drawingml/2006/main">
          <a:srgbClr val="F6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FF46DD0-1297-49A7-9B5B-8421E4C6748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5d5d4e4cdd24640">
            <a:extLst>
              <a:ext uri="{96DAC541-7B7A-43D3-8B79-37D633B846F1}">
                <asvg:svgBlip xmlns:asvg="http://schemas.microsoft.com/office/drawing/2016/SVG/main" r:embed="R606ca30893f44e8e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38200" y="485775"/>
            <a:ext cx="1000125" cy="209550"/>
          </a:xfrm>
          <a:prstGeom xmlns:a="http://schemas.openxmlformats.org/drawingml/2006/main" prst="rect">
            <a:avLst/>
          </a:prstGeom>
        </p:spPr>
      </p:pic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E38D8D0C-DC4A-4E17-90B5-0970C5E3F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504825"/>
            <a:ext cx="3524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defPPr>
            <a:lvl1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1pPr>
            <a:lvl2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2pPr>
            <a:lvl3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3pPr>
            <a:lvl4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4pPr>
            <a:lvl5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5pPr>
            <a:lvl6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6pPr>
            <a:lvl7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7pPr>
            <a:lvl8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8pPr>
            <a:lvl9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pPr>
            <a:r>
              <a: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rPr>
              <a:t>PLANO DE DESENVOLVIMENTO</a:t>
            </a:r>
          </a:p>
        </p:txBody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46374C71-26CF-4A40-86A4-31EE7BF21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53175"/>
            <a:ext cx="304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defPPr>
            <a:lvl1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1pPr>
            <a:lvl2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2pPr>
            <a:lvl3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3pPr>
            <a:lvl4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4pPr>
            <a:lvl5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5pPr>
            <a:lvl6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6pPr>
            <a:lvl7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7pPr>
            <a:lvl8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8pPr>
            <a:lvl9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pPr>
            <a:r>
              <a: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rPr>
              <a:t>47</a:t>
            </a:r>
          </a:p>
        </p:txBody>
      </p:sp>
      <p:sp>
        <p:nvSpPr>
          <p:cNvPr id="4" name="evidence-heading">
            <a:extLst xmlns:a="http://schemas.openxmlformats.org/drawingml/2006/main">
              <a:ext uri="{FF2B5EF4-FFF2-40B4-BE49-F238E27FC236}">
                <a16:creationId xmlns:a16="http://schemas.microsoft.com/office/drawing/2014/main" id="{A8A9B4CE-6D85-4D9F-8B69-7E9474D46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266825"/>
            <a:ext cx="105156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defPPr>
            <a:lvl1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1pPr>
            <a:lvl2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2pPr>
            <a:lvl3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3pPr>
            <a:lvl4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4pPr>
            <a:lvl5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5pPr>
            <a:lvl6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6pPr>
            <a:lvl7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7pPr>
            <a:lvl8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8pPr>
            <a:lvl9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pPr>
            <a:r>
              <a:rPr sz="3750" b="0">
                <a:solidFill>
                  <a:srgbClr val="132B2A"/>
                </a:solidFill>
                <a:latin typeface="Arial"/>
                <a:ea typeface="Arial"/>
                <a:cs typeface="Arial"/>
              </a:rPr>
              <a:t>Medir a qualidade</a:t>
            </a:r>
          </a:p>
        </p:txBody>
      </p:sp>
      <p:sp>
        <p:nvSpPr>
          <p:cNvPr id="5" name="evidence-heading-second">
            <a:extLst xmlns:a="http://schemas.openxmlformats.org/drawingml/2006/main">
              <a:ext uri="{FF2B5EF4-FFF2-40B4-BE49-F238E27FC236}">
                <a16:creationId xmlns:a16="http://schemas.microsoft.com/office/drawing/2014/main" id="{6899C73B-4988-44AF-B280-538B7AAE4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95475"/>
            <a:ext cx="105156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defPPr>
            <a:lvl1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1pPr>
            <a:lvl2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2pPr>
            <a:lvl3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3pPr>
            <a:lvl4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4pPr>
            <a:lvl5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5pPr>
            <a:lvl6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6pPr>
            <a:lvl7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7pPr>
            <a:lvl8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8pPr>
            <a:lvl9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pPr>
            <a:r>
              <a:rPr sz="3750" b="0">
                <a:solidFill>
                  <a:srgbClr val="1E6654"/>
                </a:solidFill>
                <a:latin typeface="Arial"/>
                <a:ea typeface="Arial"/>
                <a:cs typeface="Arial"/>
              </a:rPr>
              <a:t>da investigação e da crítica</a:t>
            </a:r>
          </a:p>
        </p:txBody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AB5C5B-5FAD-45AA-8734-4500E461126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6eebfe98ab4145"/>
          <a:srcRect xmlns:a="http://schemas.openxmlformats.org/drawingml/2006/main" l="24100" t="8100" r="13540" b="4880"/>
          <a:stretch xmlns:a="http://schemas.openxmlformats.org/drawingml/2006/main"/>
        </p:blipFill>
        <p:spPr>
          <a:xfrm xmlns:a="http://schemas.openxmlformats.org/drawingml/2006/main">
            <a:off x="895350" y="3181350"/>
            <a:ext cx="2857500" cy="2647950"/>
          </a:xfrm>
          <a:prstGeom xmlns:a="http://schemas.openxmlformats.org/drawingml/2006/main" prst="rect">
            <a:avLst/>
          </a:prstGeom>
        </p:spPr>
      </p:pic>
      <p:sp>
        <p:nvSpPr>
          <p:cNvPr id="7" name="plan-week">
            <a:extLst xmlns:a="http://schemas.openxmlformats.org/drawingml/2006/main">
              <a:ext uri="{FF2B5EF4-FFF2-40B4-BE49-F238E27FC236}">
                <a16:creationId xmlns:a16="http://schemas.microsoft.com/office/drawing/2014/main" id="{19634DCE-06E6-4256-953B-5427A9B0A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3181350"/>
            <a:ext cx="647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5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defPPr>
            <a:lvl1pPr algn="l">
              <a:defRPr sz="25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1pPr>
            <a:lvl2pPr algn="l">
              <a:defRPr sz="25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2pPr>
            <a:lvl3pPr algn="l">
              <a:defRPr sz="25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3pPr>
            <a:lvl4pPr algn="l">
              <a:defRPr sz="25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4pPr>
            <a:lvl5pPr algn="l">
              <a:defRPr sz="25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5pPr>
            <a:lvl6pPr algn="l">
              <a:defRPr sz="25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6pPr>
            <a:lvl7pPr algn="l">
              <a:defRPr sz="25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7pPr>
            <a:lvl8pPr algn="l">
              <a:defRPr sz="25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8pPr>
            <a:lvl9pPr algn="l">
              <a:defRPr sz="25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5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1E6654"/>
                </a:solidFill>
                <a:latin typeface="Arial"/>
                <a:ea typeface="Arial"/>
                <a:cs typeface="Arial"/>
              </a:rPr>
              <a:t>Semana 3</a:t>
            </a:r>
          </a:p>
        </p:txBody>
      </p:sp>
      <p:sp>
        <p:nvSpPr>
          <p:cNvPr id="8" name="plan-validation">
            <a:extLst xmlns:a="http://schemas.openxmlformats.org/drawingml/2006/main">
              <a:ext uri="{FF2B5EF4-FFF2-40B4-BE49-F238E27FC236}">
                <a16:creationId xmlns:a16="http://schemas.microsoft.com/office/drawing/2014/main" id="{57CC6B71-58DD-4B04-8E29-77BE37E56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40386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defPPr>
            <a:lvl1pPr algn="l">
              <a:defRPr sz="21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1pPr>
            <a:lvl2pPr algn="l">
              <a:defRPr sz="21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2pPr>
            <a:lvl3pPr algn="l">
              <a:defRPr sz="21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3pPr>
            <a:lvl4pPr algn="l">
              <a:defRPr sz="21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4pPr>
            <a:lvl5pPr algn="l">
              <a:defRPr sz="21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5pPr>
            <a:lvl6pPr algn="l">
              <a:defRPr sz="21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6pPr>
            <a:lvl7pPr algn="l">
              <a:defRPr sz="21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7pPr>
            <a:lvl8pPr algn="l">
              <a:defRPr sz="21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8pPr>
            <a:lvl9pPr algn="l">
              <a:defRPr sz="21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Mesmos casos para os dois modos</a:t>
            </a:r>
          </a:p>
          <a:p xmlns:a="http://schemas.openxmlformats.org/drawingml/2006/main">
            <a:pPr algn="l">
              <a:defRPr sz="21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Revisão humana das interpretações</a:t>
            </a:r>
          </a:p>
          <a:p xmlns:a="http://schemas.openxmlformats.org/drawingml/2006/main">
            <a:pPr algn="l">
              <a:defRPr sz="21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Erros e evidências pertinentes</a:t>
            </a:r>
          </a:p>
        </p:txBody>
      </p:sp>
      <p:sp>
        <p:nvSpPr>
          <p:cNvPr id="9" name="evidence-qualifier">
            <a:extLst xmlns:a="http://schemas.openxmlformats.org/drawingml/2006/main">
              <a:ext uri="{FF2B5EF4-FFF2-40B4-BE49-F238E27FC236}">
                <a16:creationId xmlns:a16="http://schemas.microsoft.com/office/drawing/2014/main" id="{13D7F842-BA26-41C9-B9D1-41DD73EE7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191250"/>
            <a:ext cx="100012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Plano para mais um mês · benefícios ainda sujeitos à medição</a:t>
            </a:r>
          </a:p>
        </p:txBody>
      </p:sp>
    </p:spTree>
    <p:extLst>
      <p:ext uri="{BB962C8B-B14F-4D97-AF65-F5344CB8AC3E}">
        <p14:creationId xmlns:p14="http://schemas.microsoft.com/office/powerpoint/2010/main" val="431585349"/>
      </p:ext>
    </p:extLst>
  </p:cSld>
</p:sld>
</file>

<file path=ppt/slides/slide49.xml><?xml version="1.0" encoding="utf-8"?>
<p:sld xmlns:p="http://schemas.openxmlformats.org/presentationml/2006/main">
  <p:cSld>
    <p:bg>
      <p:bgPr>
        <a:solidFill xmlns:a="http://schemas.openxmlformats.org/drawingml/2006/main">
          <a:srgbClr val="F6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B98F550-760D-4580-9A9E-82CCECD03FB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d6ed7b34b94d6a">
            <a:extLst>
              <a:ext uri="{96DAC541-7B7A-43D3-8B79-37D633B846F1}">
                <asvg:svgBlip xmlns:asvg="http://schemas.microsoft.com/office/drawing/2016/SVG/main" r:embed="R560fb5faacea4df1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38200" y="485775"/>
            <a:ext cx="1000125" cy="209550"/>
          </a:xfrm>
          <a:prstGeom xmlns:a="http://schemas.openxmlformats.org/drawingml/2006/main" prst="rect">
            <a:avLst/>
          </a:prstGeom>
        </p:spPr>
      </p:pic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527B4AC4-02A4-45ED-9D5A-4B70A2A9C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504825"/>
            <a:ext cx="3524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defPPr>
            <a:lvl1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1pPr>
            <a:lvl2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2pPr>
            <a:lvl3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3pPr>
            <a:lvl4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4pPr>
            <a:lvl5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5pPr>
            <a:lvl6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6pPr>
            <a:lvl7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7pPr>
            <a:lvl8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8pPr>
            <a:lvl9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pPr>
            <a:r>
              <a: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rPr>
              <a:t>PLANO DE DESENVOLVIMENTO</a:t>
            </a:r>
          </a:p>
        </p:txBody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987DCAA3-2832-404A-9FAA-CA350EC2A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53175"/>
            <a:ext cx="304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defPPr>
            <a:lvl1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1pPr>
            <a:lvl2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2pPr>
            <a:lvl3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3pPr>
            <a:lvl4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4pPr>
            <a:lvl5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5pPr>
            <a:lvl6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6pPr>
            <a:lvl7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7pPr>
            <a:lvl8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8pPr>
            <a:lvl9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pPr>
            <a:r>
              <a: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rPr>
              <a:t>48</a:t>
            </a:r>
          </a:p>
        </p:txBody>
      </p:sp>
      <p:sp>
        <p:nvSpPr>
          <p:cNvPr id="4" name="evidence-heading">
            <a:extLst xmlns:a="http://schemas.openxmlformats.org/drawingml/2006/main">
              <a:ext uri="{FF2B5EF4-FFF2-40B4-BE49-F238E27FC236}">
                <a16:creationId xmlns:a16="http://schemas.microsoft.com/office/drawing/2014/main" id="{A7408C08-01C8-477E-BCC1-85F66BB11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266825"/>
            <a:ext cx="105156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defPPr>
            <a:lvl1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1pPr>
            <a:lvl2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2pPr>
            <a:lvl3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3pPr>
            <a:lvl4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4pPr>
            <a:lvl5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5pPr>
            <a:lvl6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6pPr>
            <a:lvl7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7pPr>
            <a:lvl8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8pPr>
            <a:lvl9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pPr>
            <a:r>
              <a:rPr sz="3750" b="0">
                <a:solidFill>
                  <a:srgbClr val="132B2A"/>
                </a:solidFill>
                <a:latin typeface="Arial"/>
                <a:ea typeface="Arial"/>
                <a:cs typeface="Arial"/>
              </a:rPr>
              <a:t>Medir o esforço</a:t>
            </a:r>
          </a:p>
        </p:txBody>
      </p:sp>
      <p:sp>
        <p:nvSpPr>
          <p:cNvPr id="5" name="evidence-heading-second">
            <a:extLst xmlns:a="http://schemas.openxmlformats.org/drawingml/2006/main">
              <a:ext uri="{FF2B5EF4-FFF2-40B4-BE49-F238E27FC236}">
                <a16:creationId xmlns:a16="http://schemas.microsoft.com/office/drawing/2014/main" id="{9680871B-8F1A-465C-9E1B-5A1FA3C30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95475"/>
            <a:ext cx="105156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defPPr>
            <a:lvl1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1pPr>
            <a:lvl2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2pPr>
            <a:lvl3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3pPr>
            <a:lvl4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4pPr>
            <a:lvl5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5pPr>
            <a:lvl6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6pPr>
            <a:lvl7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7pPr>
            <a:lvl8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8pPr>
            <a:lvl9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pPr>
            <a:r>
              <a:rPr sz="3750" b="0">
                <a:solidFill>
                  <a:srgbClr val="1E6654"/>
                </a:solidFill>
                <a:latin typeface="Arial"/>
                <a:ea typeface="Arial"/>
                <a:cs typeface="Arial"/>
              </a:rPr>
              <a:t>do financeiro</a:t>
            </a:r>
          </a:p>
        </p:txBody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C2CED3D-1545-46A9-90E6-E12E77382A6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f77041b919e4e9b"/>
          <a:srcRect xmlns:a="http://schemas.openxmlformats.org/drawingml/2006/main" l="24100" t="8100" r="13540" b="4880"/>
          <a:stretch xmlns:a="http://schemas.openxmlformats.org/drawingml/2006/main"/>
        </p:blipFill>
        <p:spPr>
          <a:xfrm xmlns:a="http://schemas.openxmlformats.org/drawingml/2006/main">
            <a:off x="895350" y="3181350"/>
            <a:ext cx="2857500" cy="2647950"/>
          </a:xfrm>
          <a:prstGeom xmlns:a="http://schemas.openxmlformats.org/drawingml/2006/main" prst="rect">
            <a:avLst/>
          </a:prstGeom>
        </p:spPr>
      </p:pic>
      <p:sp>
        <p:nvSpPr>
          <p:cNvPr id="7" name="plan-week">
            <a:extLst xmlns:a="http://schemas.openxmlformats.org/drawingml/2006/main">
              <a:ext uri="{FF2B5EF4-FFF2-40B4-BE49-F238E27FC236}">
                <a16:creationId xmlns:a16="http://schemas.microsoft.com/office/drawing/2014/main" id="{54DB4547-81BB-40ED-AD93-08AF26CE5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3181350"/>
            <a:ext cx="647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5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defPPr>
            <a:lvl1pPr algn="l">
              <a:defRPr sz="25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1pPr>
            <a:lvl2pPr algn="l">
              <a:defRPr sz="25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2pPr>
            <a:lvl3pPr algn="l">
              <a:defRPr sz="25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3pPr>
            <a:lvl4pPr algn="l">
              <a:defRPr sz="25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4pPr>
            <a:lvl5pPr algn="l">
              <a:defRPr sz="25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5pPr>
            <a:lvl6pPr algn="l">
              <a:defRPr sz="25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6pPr>
            <a:lvl7pPr algn="l">
              <a:defRPr sz="25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7pPr>
            <a:lvl8pPr algn="l">
              <a:defRPr sz="25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8pPr>
            <a:lvl9pPr algn="l">
              <a:defRPr sz="25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5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1E6654"/>
                </a:solidFill>
                <a:latin typeface="Arial"/>
                <a:ea typeface="Arial"/>
                <a:cs typeface="Arial"/>
              </a:rPr>
              <a:t>Semana 4</a:t>
            </a:r>
          </a:p>
        </p:txBody>
      </p:sp>
      <p:sp>
        <p:nvSpPr>
          <p:cNvPr id="8" name="plan-validation">
            <a:extLst xmlns:a="http://schemas.openxmlformats.org/drawingml/2006/main">
              <a:ext uri="{FF2B5EF4-FFF2-40B4-BE49-F238E27FC236}">
                <a16:creationId xmlns:a16="http://schemas.microsoft.com/office/drawing/2014/main" id="{728176AD-95D1-4C2E-886C-14103C800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40386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defPPr>
            <a:lvl1pPr algn="l">
              <a:defRPr sz="21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1pPr>
            <a:lvl2pPr algn="l">
              <a:defRPr sz="21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2pPr>
            <a:lvl3pPr algn="l">
              <a:defRPr sz="21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3pPr>
            <a:lvl4pPr algn="l">
              <a:defRPr sz="21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4pPr>
            <a:lvl5pPr algn="l">
              <a:defRPr sz="21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5pPr>
            <a:lvl6pPr algn="l">
              <a:defRPr sz="21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6pPr>
            <a:lvl7pPr algn="l">
              <a:defRPr sz="21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7pPr>
            <a:lvl8pPr algn="l">
              <a:defRPr sz="21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8pPr>
            <a:lvl9pPr algn="l">
              <a:defRPr sz="21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Tempo por caso</a:t>
            </a:r>
          </a:p>
          <a:p xmlns:a="http://schemas.openxmlformats.org/drawingml/2006/main">
            <a:pPr algn="l">
              <a:defRPr sz="21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Retrabalho e correções</a:t>
            </a:r>
          </a:p>
          <a:p xmlns:a="http://schemas.openxmlformats.org/drawingml/2006/main">
            <a:pPr algn="l">
              <a:defRPr sz="2175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Esforço para concluir o mês</a:t>
            </a:r>
          </a:p>
        </p:txBody>
      </p:sp>
      <p:sp>
        <p:nvSpPr>
          <p:cNvPr id="9" name="evidence-qualifier">
            <a:extLst xmlns:a="http://schemas.openxmlformats.org/drawingml/2006/main">
              <a:ext uri="{FF2B5EF4-FFF2-40B4-BE49-F238E27FC236}">
                <a16:creationId xmlns:a16="http://schemas.microsoft.com/office/drawing/2014/main" id="{D2DFEF1E-5C3C-4A54-85BD-415609507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191250"/>
            <a:ext cx="100012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Plano para mais um mês · benefícios ainda sujeitos à medição</a:t>
            </a:r>
          </a:p>
        </p:txBody>
      </p:sp>
    </p:spTree>
    <p:extLst>
      <p:ext uri="{BB962C8B-B14F-4D97-AF65-F5344CB8AC3E}">
        <p14:creationId xmlns:p14="http://schemas.microsoft.com/office/powerpoint/2010/main" val="1659431388"/>
      </p:ext>
    </p:extLst>
  </p:cSld>
</p:sld>
</file>

<file path=ppt/slides/slide50.xml><?xml version="1.0" encoding="utf-8"?>
<p:sld xmlns:p="http://schemas.openxmlformats.org/presentationml/2006/main">
  <p:cSld>
    <p:bg>
      <p:bgPr>
        <a:solidFill xmlns:a="http://schemas.openxmlformats.org/drawingml/2006/main">
          <a:srgbClr val="F6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6BF4B4C-503E-41B4-94AF-5510B8FE1B6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666de4e06764e3b">
            <a:extLst>
              <a:ext uri="{96DAC541-7B7A-43D3-8B79-37D633B846F1}">
                <asvg:svgBlip xmlns:asvg="http://schemas.microsoft.com/office/drawing/2016/SVG/main" r:embed="R73dcdd3669d14f48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38200" y="485775"/>
            <a:ext cx="1000125" cy="209550"/>
          </a:xfrm>
          <a:prstGeom xmlns:a="http://schemas.openxmlformats.org/drawingml/2006/main" prst="rect">
            <a:avLst/>
          </a:prstGeom>
        </p:spPr>
      </p:pic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5C6D7F2C-1DC0-48EE-BA3D-1267349D8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504825"/>
            <a:ext cx="3524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defPPr>
            <a:lvl1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1pPr>
            <a:lvl2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2pPr>
            <a:lvl3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3pPr>
            <a:lvl4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4pPr>
            <a:lvl5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5pPr>
            <a:lvl6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6pPr>
            <a:lvl7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7pPr>
            <a:lvl8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8pPr>
            <a:lvl9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pPr>
            <a:r>
              <a:rPr sz="1125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rPr>
              <a:t>LASTRO</a:t>
            </a:r>
          </a:p>
        </p:txBody>
      </p:sp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9C7F0AEF-7CAA-42FD-A3A2-B4D3DF783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53175"/>
            <a:ext cx="304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defPPr>
            <a:lvl1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1pPr>
            <a:lvl2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2pPr>
            <a:lvl3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3pPr>
            <a:lvl4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4pPr>
            <a:lvl5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5pPr>
            <a:lvl6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6pPr>
            <a:lvl7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7pPr>
            <a:lvl8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8pPr>
            <a:lvl9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defRPr>
            </a:pPr>
            <a:r>
              <a:rPr sz="1200" b="0">
                <a:solidFill>
                  <a:srgbClr val="586964"/>
                </a:solidFill>
                <a:latin typeface="Liberation Mono"/>
                <a:ea typeface="Liberation Mono"/>
                <a:cs typeface="Liberation Mono"/>
              </a:rPr>
              <a:t>49</a:t>
            </a:r>
          </a:p>
        </p:txBody>
      </p:sp>
      <p:sp>
        <p:nvSpPr>
          <p:cNvPr id="4" name="evidence-heading">
            <a:extLst xmlns:a="http://schemas.openxmlformats.org/drawingml/2006/main">
              <a:ext uri="{FF2B5EF4-FFF2-40B4-BE49-F238E27FC236}">
                <a16:creationId xmlns:a16="http://schemas.microsoft.com/office/drawing/2014/main" id="{4AD59E8F-306D-4CF5-BD80-9D6B20DD3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266825"/>
            <a:ext cx="105156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defPPr>
            <a:lvl1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1pPr>
            <a:lvl2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2pPr>
            <a:lvl3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3pPr>
            <a:lvl4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4pPr>
            <a:lvl5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5pPr>
            <a:lvl6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6pPr>
            <a:lvl7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7pPr>
            <a:lvl8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8pPr>
            <a:lvl9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750" b="0">
                <a:solidFill>
                  <a:srgbClr val="132B2A"/>
                </a:solidFill>
                <a:latin typeface="Arial"/>
                <a:ea typeface="Arial"/>
                <a:cs typeface="Arial"/>
              </a:defRPr>
            </a:pPr>
            <a:r>
              <a:rPr sz="3750" b="0">
                <a:solidFill>
                  <a:srgbClr val="132B2A"/>
                </a:solidFill>
                <a:latin typeface="Arial"/>
                <a:ea typeface="Arial"/>
                <a:cs typeface="Arial"/>
              </a:rPr>
              <a:t>Fechamento preparado</a:t>
            </a:r>
          </a:p>
        </p:txBody>
      </p:sp>
      <p:sp>
        <p:nvSpPr>
          <p:cNvPr id="5" name="evidence-heading-second">
            <a:extLst xmlns:a="http://schemas.openxmlformats.org/drawingml/2006/main">
              <a:ext uri="{FF2B5EF4-FFF2-40B4-BE49-F238E27FC236}">
                <a16:creationId xmlns:a16="http://schemas.microsoft.com/office/drawing/2014/main" id="{C72D381C-DF57-4470-B5BC-0CD840B83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95475"/>
            <a:ext cx="105156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defPPr>
            <a:lvl1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1pPr>
            <a:lvl2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2pPr>
            <a:lvl3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3pPr>
            <a:lvl4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4pPr>
            <a:lvl5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5pPr>
            <a:lvl6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6pPr>
            <a:lvl7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7pPr>
            <a:lvl8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8pPr>
            <a:lvl9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7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pPr>
            <a:r>
              <a:rPr sz="3750" b="0">
                <a:solidFill>
                  <a:srgbClr val="1E6654"/>
                </a:solidFill>
                <a:latin typeface="Arial"/>
                <a:ea typeface="Arial"/>
                <a:cs typeface="Arial"/>
              </a:rPr>
              <a:t>com decisões identificadas</a:t>
            </a:r>
          </a:p>
        </p:txBody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9FDA8F8-30CE-4ACB-8723-CC87A2D9CE7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530873070d04769"/>
          <a:srcRect xmlns:a="http://schemas.openxmlformats.org/drawingml/2006/main" l="18780" t="2580" r="11530" b="2950"/>
          <a:stretch xmlns:a="http://schemas.openxmlformats.org/drawingml/2006/main"/>
        </p:blipFill>
        <p:spPr>
          <a:xfrm xmlns:a="http://schemas.openxmlformats.org/drawingml/2006/main">
            <a:off x="8143875" y="3124200"/>
            <a:ext cx="3181350" cy="3009900"/>
          </a:xfrm>
          <a:prstGeom xmlns:a="http://schemas.openxmlformats.org/drawingml/2006/main" prst="rect">
            <a:avLst/>
          </a:prstGeom>
        </p:spPr>
      </p:pic>
      <p:sp>
        <p:nvSpPr>
          <p:cNvPr id="7" name="handoff">
            <a:extLst xmlns:a="http://schemas.openxmlformats.org/drawingml/2006/main">
              <a:ext uri="{FF2B5EF4-FFF2-40B4-BE49-F238E27FC236}">
                <a16:creationId xmlns:a16="http://schemas.microsoft.com/office/drawing/2014/main" id="{BC0C57AB-BF1B-460D-9751-DE4D1D354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486150"/>
            <a:ext cx="7134225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8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defPPr>
            <a:lvl1pPr algn="l">
              <a:defRPr sz="28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1pPr>
            <a:lvl2pPr algn="l">
              <a:defRPr sz="28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2pPr>
            <a:lvl3pPr algn="l">
              <a:defRPr sz="28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3pPr>
            <a:lvl4pPr algn="l">
              <a:defRPr sz="28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4pPr>
            <a:lvl5pPr algn="l">
              <a:defRPr sz="28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5pPr>
            <a:lvl6pPr algn="l">
              <a:defRPr sz="28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6pPr>
            <a:lvl7pPr algn="l">
              <a:defRPr sz="28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7pPr>
            <a:lvl8pPr algn="l">
              <a:defRPr sz="28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8pPr>
            <a:lvl9pPr algn="l">
              <a:defRPr sz="28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8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pPr>
            <a:r>
              <a:rPr sz="2850" b="0">
                <a:solidFill>
                  <a:srgbClr val="1E6654"/>
                </a:solidFill>
                <a:latin typeface="Arial"/>
                <a:ea typeface="Arial"/>
                <a:cs typeface="Arial"/>
              </a:rPr>
              <a:t>Valores rastreáveis</a:t>
            </a:r>
          </a:p>
          <a:p xmlns:a="http://schemas.openxmlformats.org/drawingml/2006/main">
            <a:pPr algn="l">
              <a:defRPr sz="2850" b="0">
                <a:solidFill>
                  <a:srgbClr val="1E6654"/>
                </a:solidFill>
                <a:latin typeface="Arial"/>
                <a:ea typeface="Arial"/>
                <a:cs typeface="Arial"/>
              </a:defRPr>
            </a:pPr>
            <a:r>
              <a:rPr sz="2850" b="0">
                <a:solidFill>
                  <a:srgbClr val="1E6654"/>
                </a:solidFill>
                <a:latin typeface="Arial"/>
                <a:ea typeface="Arial"/>
                <a:cs typeface="Arial"/>
              </a:rPr>
              <a:t>Pendências com responsável</a:t>
            </a:r>
          </a:p>
        </p:txBody>
      </p:sp>
      <p:sp>
        <p:nvSpPr>
          <p:cNvPr id="8" name="approval">
            <a:extLst xmlns:a="http://schemas.openxmlformats.org/drawingml/2006/main">
              <a:ext uri="{FF2B5EF4-FFF2-40B4-BE49-F238E27FC236}">
                <a16:creationId xmlns:a16="http://schemas.microsoft.com/office/drawing/2014/main" id="{5533B1DC-E025-433E-820E-DD0642825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153025"/>
            <a:ext cx="695325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4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defPPr>
            <a:lvl1pPr algn="l">
              <a:defRPr sz="24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1pPr>
            <a:lvl2pPr algn="l">
              <a:defRPr sz="24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2pPr>
            <a:lvl3pPr algn="l">
              <a:defRPr sz="24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3pPr>
            <a:lvl4pPr algn="l">
              <a:defRPr sz="24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4pPr>
            <a:lvl5pPr algn="l">
              <a:defRPr sz="24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5pPr>
            <a:lvl6pPr algn="l">
              <a:defRPr sz="24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6pPr>
            <a:lvl7pPr algn="l">
              <a:defRPr sz="24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7pPr>
            <a:lvl8pPr algn="l">
              <a:defRPr sz="24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8pPr>
            <a:lvl9pPr algn="l">
              <a:defRPr sz="24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4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A aprovação financeira</a:t>
            </a:r>
          </a:p>
          <a:p xmlns:a="http://schemas.openxmlformats.org/drawingml/2006/main">
            <a:pPr algn="l">
              <a:defRPr sz="2400" b="0">
                <a:solidFill>
                  <a:srgbClr val="586964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586964"/>
                </a:solidFill>
                <a:latin typeface="Arial"/>
                <a:ea typeface="Arial"/>
                <a:cs typeface="Arial"/>
              </a:rPr>
              <a:t>continua com Helena.</a:t>
            </a:r>
          </a:p>
        </p:txBody>
      </p:sp>
    </p:spTree>
    <p:extLst>
      <p:ext uri="{BB962C8B-B14F-4D97-AF65-F5344CB8AC3E}">
        <p14:creationId xmlns:p14="http://schemas.microsoft.com/office/powerpoint/2010/main" val="1902539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2026-10-17T22:08:42.6490000Z</dcterms:created>
  <dcterms:modified xsi:type="dcterms:W3CDTF">2026-10-17T22:08:42.6490000Z</dcterms:modified>
</coreProperties>
</file>